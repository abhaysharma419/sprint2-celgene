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29" r:id="rId4"/>
  </p:sldMasterIdLst>
  <p:notesMasterIdLst>
    <p:notesMasterId r:id="rId16"/>
  </p:notesMasterIdLst>
  <p:handoutMasterIdLst>
    <p:handoutMasterId r:id="rId17"/>
  </p:handoutMasterIdLst>
  <p:sldIdLst>
    <p:sldId id="371" r:id="rId5"/>
    <p:sldId id="394" r:id="rId6"/>
    <p:sldId id="391" r:id="rId7"/>
    <p:sldId id="377" r:id="rId8"/>
    <p:sldId id="390" r:id="rId9"/>
    <p:sldId id="392" r:id="rId10"/>
    <p:sldId id="393" r:id="rId11"/>
    <p:sldId id="388" r:id="rId12"/>
    <p:sldId id="363" r:id="rId13"/>
    <p:sldId id="364" r:id="rId14"/>
    <p:sldId id="38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Di K." initials="WDK" lastIdx="1" clrIdx="0">
    <p:extLst>
      <p:ext uri="{19B8F6BF-5375-455C-9EA6-DF929625EA0E}">
        <p15:presenceInfo xmlns:p15="http://schemas.microsoft.com/office/powerpoint/2012/main" userId="S::di.k.wang@accenture.com::3985439d-dd09-4292-847e-2b957cd3ded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AFD8959-9B3F-4D47-BAAB-44C6AA61CEA2}">
  <a:tblStyle styleId="{7AFD8959-9B3F-4D47-BAAB-44C6AA61CEA2}" styleName="BMS Table Gray">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EEE7E7"/>
          </a:solidFill>
        </a:fill>
      </a:tcStyle>
    </a:band2H>
    <a:band1V>
      <a:tcStyle>
        <a:tcBdr/>
        <a:fill>
          <a:solidFill>
            <a:srgbClr val="EEE7E7"/>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w="19050">
              <a:solidFill>
                <a:schemeClr val="tx1"/>
              </a:solid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 styleId="{AB131486-7932-478D-BA04-5426E13E8524}" styleName="BMS Table Amber">
    <a:wholeTbl>
      <a:tcTxStyle>
        <a:fontRef idx="minor"/>
        <a:schemeClr val="tx1"/>
      </a:tcTxStyle>
      <a:tcStyle>
        <a:tcBdr>
          <a:left>
            <a:ln>
              <a:noFill/>
            </a:ln>
          </a:left>
          <a:right>
            <a:ln>
              <a:noFill/>
            </a:ln>
          </a:right>
          <a:top>
            <a:ln w="6350">
              <a:solidFill>
                <a:srgbClr val="FFD186"/>
              </a:solidFill>
            </a:ln>
          </a:top>
          <a:bottom>
            <a:ln w="6350">
              <a:solidFill>
                <a:srgbClr val="FFD186"/>
              </a:solidFill>
            </a:ln>
          </a:bottom>
          <a:insideH>
            <a:ln w="6350">
              <a:solidFill>
                <a:srgbClr val="FFD186"/>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FFECCD"/>
          </a:solidFill>
        </a:fill>
      </a:tcStyle>
    </a:band2H>
    <a:band1V>
      <a:tcStyle>
        <a:tcBdr/>
        <a:fill>
          <a:solidFill>
            <a:srgbClr val="FFECCD"/>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FFD186"/>
              </a:solidFill>
            </a:ln>
          </a:top>
          <a:bottom>
            <a:ln w="19050">
              <a:solidFill>
                <a:srgbClr val="FFD186"/>
              </a:solidFill>
            </a:ln>
          </a:bottom>
        </a:tcBdr>
        <a:fill>
          <a:noFill/>
        </a:fill>
      </a:tcStyle>
    </a:lastRow>
    <a:firstRow>
      <a:tcTxStyle b="on">
        <a:fontRef idx="minor"/>
        <a:schemeClr val="tx1"/>
      </a:tcTxStyle>
      <a:tcStyle>
        <a:tcBdr>
          <a:top>
            <a:ln>
              <a:noFill/>
            </a:ln>
          </a:top>
          <a:bottom>
            <a:ln>
              <a:noFill/>
            </a:ln>
          </a:bottom>
        </a:tcBdr>
        <a:fill>
          <a:solidFill>
            <a:srgbClr val="FFD186"/>
          </a:solidFill>
        </a:fill>
      </a:tcStyle>
    </a:firstRow>
  </a:tblStyle>
  <a:tblStyle styleId="{17987A09-FBC6-4D12-BA78-BE2ACF4811F2}" styleName="BMS Table Peach">
    <a:wholeTbl>
      <a:tcTxStyle>
        <a:fontRef idx="minor"/>
        <a:schemeClr val="tx1"/>
      </a:tcTxStyle>
      <a:tcStyle>
        <a:tcBdr>
          <a:left>
            <a:ln>
              <a:noFill/>
            </a:ln>
          </a:left>
          <a:right>
            <a:ln>
              <a:noFill/>
            </a:ln>
          </a:right>
          <a:top>
            <a:ln w="6350">
              <a:solidFill>
                <a:srgbClr val="FDA97D"/>
              </a:solidFill>
            </a:ln>
          </a:top>
          <a:bottom>
            <a:ln w="6350">
              <a:solidFill>
                <a:srgbClr val="FDA97D"/>
              </a:solidFill>
            </a:ln>
          </a:bottom>
          <a:insideH>
            <a:ln w="6350">
              <a:solidFill>
                <a:srgbClr val="FDA97D"/>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FEDCCA"/>
          </a:solidFill>
        </a:fill>
      </a:tcStyle>
    </a:band2H>
    <a:band1V>
      <a:tcStyle>
        <a:tcBdr/>
        <a:fill>
          <a:solidFill>
            <a:srgbClr val="FEDCCA"/>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FDA97D"/>
              </a:solidFill>
            </a:ln>
          </a:top>
          <a:bottom>
            <a:ln w="19050">
              <a:solidFill>
                <a:srgbClr val="FDA97D"/>
              </a:solidFill>
            </a:ln>
          </a:bottom>
        </a:tcBdr>
        <a:fill>
          <a:noFill/>
        </a:fill>
      </a:tcStyle>
    </a:lastRow>
    <a:firstRow>
      <a:tcTxStyle b="on">
        <a:fontRef idx="minor"/>
        <a:schemeClr val="tx1"/>
      </a:tcTxStyle>
      <a:tcStyle>
        <a:tcBdr>
          <a:top>
            <a:ln>
              <a:noFill/>
            </a:ln>
          </a:top>
          <a:bottom>
            <a:ln>
              <a:noFill/>
            </a:ln>
          </a:bottom>
        </a:tcBdr>
        <a:fill>
          <a:solidFill>
            <a:srgbClr val="FDA97D"/>
          </a:solidFill>
        </a:fill>
      </a:tcStyle>
    </a:firstRow>
  </a:tblStyle>
  <a:tblStyle styleId="{3FB51E2C-7BFB-4B95-B8AA-B85EA3A58659}" styleName="BMS Table Sienna">
    <a:wholeTbl>
      <a:tcTxStyle>
        <a:fontRef idx="minor"/>
        <a:schemeClr val="tx1"/>
      </a:tcTxStyle>
      <a:tcStyle>
        <a:tcBdr>
          <a:left>
            <a:ln>
              <a:noFill/>
            </a:ln>
          </a:left>
          <a:right>
            <a:ln>
              <a:noFill/>
            </a:ln>
          </a:right>
          <a:top>
            <a:ln w="6350">
              <a:solidFill>
                <a:srgbClr val="CB7C78"/>
              </a:solidFill>
            </a:ln>
          </a:top>
          <a:bottom>
            <a:ln w="6350">
              <a:solidFill>
                <a:srgbClr val="CB7C78"/>
              </a:solidFill>
            </a:ln>
          </a:bottom>
          <a:insideH>
            <a:ln w="6350">
              <a:solidFill>
                <a:srgbClr val="CB7C78"/>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DAC5C5"/>
          </a:solidFill>
        </a:fill>
      </a:tcStyle>
    </a:band2H>
    <a:band1V>
      <a:tcStyle>
        <a:tcBdr/>
        <a:fill>
          <a:solidFill>
            <a:srgbClr val="DAC5C5"/>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CB7C78"/>
              </a:solidFill>
            </a:ln>
          </a:top>
          <a:bottom>
            <a:ln w="19050">
              <a:solidFill>
                <a:srgbClr val="CB7C78"/>
              </a:solidFill>
            </a:ln>
          </a:bottom>
        </a:tcBdr>
        <a:fill>
          <a:noFill/>
        </a:fill>
      </a:tcStyle>
    </a:lastRow>
    <a:firstRow>
      <a:tcTxStyle b="on">
        <a:fontRef idx="minor"/>
        <a:schemeClr val="bg1"/>
      </a:tcTxStyle>
      <a:tcStyle>
        <a:tcBdr>
          <a:top>
            <a:ln>
              <a:noFill/>
            </a:ln>
          </a:top>
          <a:bottom>
            <a:ln>
              <a:noFill/>
            </a:ln>
          </a:bottom>
        </a:tcBdr>
        <a:fill>
          <a:solidFill>
            <a:srgbClr val="CB7C78"/>
          </a:solidFill>
        </a:fill>
      </a:tcStyle>
    </a:firstRow>
  </a:tblStyle>
  <a:tblStyle styleId="{341639D1-FA1C-4AE1-8705-CAF77B6581E0}" styleName="BMS Table Mint">
    <a:wholeTbl>
      <a:tcTxStyle>
        <a:fontRef idx="minor"/>
        <a:schemeClr val="tx1"/>
      </a:tcTxStyle>
      <a:tcStyle>
        <a:tcBdr>
          <a:left>
            <a:ln>
              <a:noFill/>
            </a:ln>
          </a:left>
          <a:right>
            <a:ln>
              <a:noFill/>
            </a:ln>
          </a:right>
          <a:top>
            <a:ln w="6350">
              <a:solidFill>
                <a:srgbClr val="59FFB9"/>
              </a:solidFill>
            </a:ln>
          </a:top>
          <a:bottom>
            <a:ln w="6350">
              <a:solidFill>
                <a:srgbClr val="59FFB9"/>
              </a:solidFill>
            </a:ln>
          </a:bottom>
          <a:insideH>
            <a:ln w="6350">
              <a:solidFill>
                <a:srgbClr val="59FFB9"/>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C5FFE6"/>
          </a:solidFill>
        </a:fill>
      </a:tcStyle>
    </a:band2H>
    <a:band1V>
      <a:tcStyle>
        <a:tcBdr/>
        <a:fill>
          <a:solidFill>
            <a:srgbClr val="C5FFE6"/>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59FFB9"/>
              </a:solidFill>
            </a:ln>
          </a:top>
          <a:bottom>
            <a:ln w="19050">
              <a:solidFill>
                <a:srgbClr val="59FFB9"/>
              </a:solidFill>
            </a:ln>
          </a:bottom>
        </a:tcBdr>
        <a:fill>
          <a:noFill/>
        </a:fill>
      </a:tcStyle>
    </a:lastRow>
    <a:firstRow>
      <a:tcTxStyle b="on">
        <a:fontRef idx="minor"/>
        <a:schemeClr val="tx1"/>
      </a:tcTxStyle>
      <a:tcStyle>
        <a:tcBdr>
          <a:top>
            <a:ln>
              <a:noFill/>
            </a:ln>
          </a:top>
          <a:bottom>
            <a:ln>
              <a:noFill/>
            </a:ln>
          </a:bottom>
        </a:tcBdr>
        <a:fill>
          <a:solidFill>
            <a:srgbClr val="59FFB9"/>
          </a:solidFill>
        </a:fill>
      </a:tcStyle>
    </a:firstRow>
  </a:tblStyle>
  <a:tblStyle styleId="{634F3CDC-9E1D-4E82-9B7D-985DE547036D}" styleName="BMS Table Aqua">
    <a:wholeTbl>
      <a:tcTxStyle>
        <a:fontRef idx="minor"/>
        <a:schemeClr val="tx1"/>
      </a:tcTxStyle>
      <a:tcStyle>
        <a:tcBdr>
          <a:left>
            <a:ln>
              <a:noFill/>
            </a:ln>
          </a:left>
          <a:right>
            <a:ln>
              <a:noFill/>
            </a:ln>
          </a:right>
          <a:top>
            <a:ln w="6350">
              <a:solidFill>
                <a:srgbClr val="33D6F1"/>
              </a:solidFill>
            </a:ln>
          </a:top>
          <a:bottom>
            <a:ln w="6350">
              <a:solidFill>
                <a:srgbClr val="33D6F1"/>
              </a:solidFill>
            </a:ln>
          </a:bottom>
          <a:insideH>
            <a:ln w="6350">
              <a:solidFill>
                <a:srgbClr val="33D6F1"/>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C0F2FB"/>
          </a:solidFill>
        </a:fill>
      </a:tcStyle>
    </a:band2H>
    <a:band1V>
      <a:tcStyle>
        <a:tcBdr/>
        <a:fill>
          <a:solidFill>
            <a:srgbClr val="C0F2FB"/>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33D6F1"/>
              </a:solidFill>
            </a:ln>
          </a:top>
          <a:bottom>
            <a:ln w="19050">
              <a:solidFill>
                <a:srgbClr val="33D6F1"/>
              </a:solidFill>
            </a:ln>
          </a:bottom>
        </a:tcBdr>
        <a:fill>
          <a:noFill/>
        </a:fill>
      </a:tcStyle>
    </a:lastRow>
    <a:firstRow>
      <a:tcTxStyle b="on">
        <a:fontRef idx="minor"/>
        <a:schemeClr val="tx1"/>
      </a:tcTxStyle>
      <a:tcStyle>
        <a:tcBdr>
          <a:top>
            <a:ln>
              <a:noFill/>
            </a:ln>
          </a:top>
          <a:bottom>
            <a:ln>
              <a:noFill/>
            </a:ln>
          </a:bottom>
        </a:tcBdr>
        <a:fill>
          <a:solidFill>
            <a:srgbClr val="33D6F1"/>
          </a:solid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8603FDC-E32A-4AB5-989C-0864C3EAD2B8}" styleName="テーマ スタイル 2 - アクセント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テーマ スタイル 2 - アクセント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46F890A9-2807-4EBB-B81D-B2AA78EC7F39}" styleName="濃色スタイル 2 - アクセント 5/アクセント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7CE84F3-28C3-443E-9E96-99CF82512B78}" styleName="濃色スタイル 1 - アクセント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濃色スタイル 1 - アクセント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濃色スタイル 2 - アクセント 1/アクセント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59" autoAdjust="0"/>
    <p:restoredTop sz="94677"/>
  </p:normalViewPr>
  <p:slideViewPr>
    <p:cSldViewPr snapToGrid="0" showGuides="1">
      <p:cViewPr varScale="1">
        <p:scale>
          <a:sx n="67" d="100"/>
          <a:sy n="67" d="100"/>
        </p:scale>
        <p:origin x="564" y="4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66" d="100"/>
          <a:sy n="166" d="100"/>
        </p:scale>
        <p:origin x="5464"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22C24A-F9C6-4986-A3AA-534B22717B2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kumimoji="1" lang="ja-JP" altLang="en-US"/>
        </a:p>
      </dgm:t>
    </dgm:pt>
    <dgm:pt modelId="{2D2D6B8A-B00D-492C-BDAF-478977870349}">
      <dgm:prSet phldrT="[テキスト]"/>
      <dgm:spPr/>
      <dgm:t>
        <a:bodyPr/>
        <a:lstStyle/>
        <a:p>
          <a:r>
            <a:rPr kumimoji="1" lang="en-US" altLang="ja-JP" dirty="0"/>
            <a:t>Patient level Prescription follow up</a:t>
          </a:r>
          <a:endParaRPr kumimoji="1" lang="ja-JP" altLang="en-US" dirty="0"/>
        </a:p>
      </dgm:t>
    </dgm:pt>
    <dgm:pt modelId="{47405427-5D3D-488D-AF9D-D29A215791D7}" type="parTrans" cxnId="{BDED57A2-9C48-412F-B6C3-1E1948D8C4D7}">
      <dgm:prSet/>
      <dgm:spPr/>
      <dgm:t>
        <a:bodyPr/>
        <a:lstStyle/>
        <a:p>
          <a:endParaRPr kumimoji="1" lang="ja-JP" altLang="en-US"/>
        </a:p>
      </dgm:t>
    </dgm:pt>
    <dgm:pt modelId="{749D3704-0717-4761-A83D-61DB9924B71A}" type="sibTrans" cxnId="{BDED57A2-9C48-412F-B6C3-1E1948D8C4D7}">
      <dgm:prSet/>
      <dgm:spPr/>
      <dgm:t>
        <a:bodyPr/>
        <a:lstStyle/>
        <a:p>
          <a:endParaRPr kumimoji="1" lang="ja-JP" altLang="en-US"/>
        </a:p>
      </dgm:t>
    </dgm:pt>
    <dgm:pt modelId="{11726D27-9FAA-43D0-B1DC-52F99A4954B5}">
      <dgm:prSet phldrT="[テキスト]"/>
      <dgm:spPr>
        <a:solidFill>
          <a:schemeClr val="accent3"/>
        </a:solidFill>
      </dgm:spPr>
      <dgm:t>
        <a:bodyPr/>
        <a:lstStyle/>
        <a:p>
          <a:r>
            <a:rPr kumimoji="1" lang="en-US" altLang="ja-JP" dirty="0"/>
            <a:t>Monthly Advanced Survey for follow up</a:t>
          </a:r>
          <a:endParaRPr kumimoji="1" lang="ja-JP" altLang="en-US" dirty="0"/>
        </a:p>
      </dgm:t>
    </dgm:pt>
    <dgm:pt modelId="{0B0D9FB5-A70F-4DDC-8B53-5C1D7487A3AD}" type="parTrans" cxnId="{3DB9A816-20DE-42D1-B1F3-401DAA982C69}">
      <dgm:prSet/>
      <dgm:spPr/>
      <dgm:t>
        <a:bodyPr/>
        <a:lstStyle/>
        <a:p>
          <a:endParaRPr kumimoji="1" lang="ja-JP" altLang="en-US"/>
        </a:p>
      </dgm:t>
    </dgm:pt>
    <dgm:pt modelId="{A3675977-E137-4FAA-894C-A10ECD112D52}" type="sibTrans" cxnId="{3DB9A816-20DE-42D1-B1F3-401DAA982C69}">
      <dgm:prSet/>
      <dgm:spPr/>
      <dgm:t>
        <a:bodyPr/>
        <a:lstStyle/>
        <a:p>
          <a:endParaRPr kumimoji="1" lang="ja-JP" altLang="en-US"/>
        </a:p>
      </dgm:t>
    </dgm:pt>
    <dgm:pt modelId="{BBC99596-CDA9-40B9-877A-45355338CEAD}">
      <dgm:prSet phldrT="[テキスト]"/>
      <dgm:spPr>
        <a:solidFill>
          <a:srgbClr val="FFC000"/>
        </a:solidFill>
      </dgm:spPr>
      <dgm:t>
        <a:bodyPr/>
        <a:lstStyle/>
        <a:p>
          <a:r>
            <a:rPr kumimoji="1" lang="en-US" altLang="ja-JP" dirty="0"/>
            <a:t>General Survey for follow up</a:t>
          </a:r>
          <a:endParaRPr kumimoji="1" lang="ja-JP" altLang="en-US" dirty="0"/>
        </a:p>
      </dgm:t>
    </dgm:pt>
    <dgm:pt modelId="{6FAD8805-49E3-438F-89EF-D6EFE16346D0}" type="parTrans" cxnId="{60A77D92-D51D-483F-919B-F022E6B3D444}">
      <dgm:prSet/>
      <dgm:spPr/>
      <dgm:t>
        <a:bodyPr/>
        <a:lstStyle/>
        <a:p>
          <a:endParaRPr kumimoji="1" lang="ja-JP" altLang="en-US"/>
        </a:p>
      </dgm:t>
    </dgm:pt>
    <dgm:pt modelId="{78A7BB2D-0D81-414E-9A6F-258A9E2696BE}" type="sibTrans" cxnId="{60A77D92-D51D-483F-919B-F022E6B3D444}">
      <dgm:prSet/>
      <dgm:spPr/>
      <dgm:t>
        <a:bodyPr/>
        <a:lstStyle/>
        <a:p>
          <a:endParaRPr kumimoji="1" lang="ja-JP" altLang="en-US"/>
        </a:p>
      </dgm:t>
    </dgm:pt>
    <dgm:pt modelId="{150D3A5D-579E-4975-AE57-4A1A111F6AF4}">
      <dgm:prSet/>
      <dgm:spPr/>
      <dgm:t>
        <a:bodyPr/>
        <a:lstStyle/>
        <a:p>
          <a:r>
            <a:rPr kumimoji="1" lang="en-US" altLang="ja-JP" dirty="0"/>
            <a:t>IM</a:t>
          </a:r>
          <a:endParaRPr kumimoji="1" lang="ja-JP" altLang="en-US" dirty="0"/>
        </a:p>
      </dgm:t>
    </dgm:pt>
    <dgm:pt modelId="{65CAC8D0-0D21-4C47-902E-71A8E812C0B7}" type="parTrans" cxnId="{B3CA580F-F559-4959-900A-2E9A2548BE71}">
      <dgm:prSet/>
      <dgm:spPr/>
      <dgm:t>
        <a:bodyPr/>
        <a:lstStyle/>
        <a:p>
          <a:endParaRPr kumimoji="1" lang="ja-JP" altLang="en-US"/>
        </a:p>
      </dgm:t>
    </dgm:pt>
    <dgm:pt modelId="{AB9A3B7B-EF3F-43E4-B0E7-D7FF44A8837E}" type="sibTrans" cxnId="{B3CA580F-F559-4959-900A-2E9A2548BE71}">
      <dgm:prSet/>
      <dgm:spPr/>
      <dgm:t>
        <a:bodyPr/>
        <a:lstStyle/>
        <a:p>
          <a:endParaRPr kumimoji="1" lang="ja-JP" altLang="en-US"/>
        </a:p>
      </dgm:t>
    </dgm:pt>
    <dgm:pt modelId="{4081FB2E-36D0-47B5-8629-8B20BFFD1531}">
      <dgm:prSet/>
      <dgm:spPr/>
      <dgm:t>
        <a:bodyPr/>
        <a:lstStyle/>
        <a:p>
          <a:r>
            <a:rPr kumimoji="1" lang="en-US" altLang="ja-JP" dirty="0"/>
            <a:t>ONC2</a:t>
          </a:r>
          <a:endParaRPr kumimoji="1" lang="ja-JP" altLang="en-US" dirty="0"/>
        </a:p>
      </dgm:t>
    </dgm:pt>
    <dgm:pt modelId="{366DDE32-5B68-4F29-B794-FAD730FE250C}" type="parTrans" cxnId="{1200D91D-632F-40D8-B5ED-A0E3FADCAF42}">
      <dgm:prSet/>
      <dgm:spPr/>
      <dgm:t>
        <a:bodyPr/>
        <a:lstStyle/>
        <a:p>
          <a:endParaRPr kumimoji="1" lang="ja-JP" altLang="en-US"/>
        </a:p>
      </dgm:t>
    </dgm:pt>
    <dgm:pt modelId="{EF2AD316-9865-4761-A56A-C9CE23A0241A}" type="sibTrans" cxnId="{1200D91D-632F-40D8-B5ED-A0E3FADCAF42}">
      <dgm:prSet/>
      <dgm:spPr/>
      <dgm:t>
        <a:bodyPr/>
        <a:lstStyle/>
        <a:p>
          <a:endParaRPr kumimoji="1" lang="ja-JP" altLang="en-US"/>
        </a:p>
      </dgm:t>
    </dgm:pt>
    <dgm:pt modelId="{437BF6C0-01D1-466B-87C2-CA9E11FB968D}">
      <dgm:prSet/>
      <dgm:spPr/>
      <dgm:t>
        <a:bodyPr/>
        <a:lstStyle/>
        <a:p>
          <a:r>
            <a:rPr kumimoji="1" lang="en-US" altLang="ja-JP" dirty="0"/>
            <a:t>ONC1</a:t>
          </a:r>
          <a:endParaRPr kumimoji="1" lang="ja-JP" altLang="en-US" dirty="0"/>
        </a:p>
      </dgm:t>
    </dgm:pt>
    <dgm:pt modelId="{BEE705C6-5642-45E5-B47F-6961B7C0021C}" type="parTrans" cxnId="{ED4573EB-A7C1-4FA2-8766-068B38C59434}">
      <dgm:prSet/>
      <dgm:spPr/>
      <dgm:t>
        <a:bodyPr/>
        <a:lstStyle/>
        <a:p>
          <a:endParaRPr kumimoji="1" lang="ja-JP" altLang="en-US"/>
        </a:p>
      </dgm:t>
    </dgm:pt>
    <dgm:pt modelId="{1C1E5AB1-5CBD-406A-8D59-C8659FDD8C9D}" type="sibTrans" cxnId="{ED4573EB-A7C1-4FA2-8766-068B38C59434}">
      <dgm:prSet/>
      <dgm:spPr/>
      <dgm:t>
        <a:bodyPr/>
        <a:lstStyle/>
        <a:p>
          <a:endParaRPr kumimoji="1" lang="ja-JP" altLang="en-US"/>
        </a:p>
      </dgm:t>
    </dgm:pt>
    <dgm:pt modelId="{894DF820-72B6-4D6C-B38C-E0249EFB1ADA}">
      <dgm:prSet/>
      <dgm:spPr/>
      <dgm:t>
        <a:bodyPr/>
        <a:lstStyle/>
        <a:p>
          <a:r>
            <a:rPr kumimoji="1" lang="en-US" altLang="ja-JP" dirty="0" err="1"/>
            <a:t>hCLG</a:t>
          </a:r>
          <a:r>
            <a:rPr kumimoji="1" lang="en-US" altLang="ja-JP" dirty="0"/>
            <a:t> products</a:t>
          </a:r>
          <a:endParaRPr kumimoji="1" lang="ja-JP" altLang="en-US" dirty="0"/>
        </a:p>
      </dgm:t>
    </dgm:pt>
    <dgm:pt modelId="{76EA9A7C-AE4B-4F3F-A0AE-B604A4F755C7}" type="parTrans" cxnId="{446F5179-2A0A-43D1-B2C8-17832FACA725}">
      <dgm:prSet/>
      <dgm:spPr/>
      <dgm:t>
        <a:bodyPr/>
        <a:lstStyle/>
        <a:p>
          <a:endParaRPr kumimoji="1" lang="ja-JP" altLang="en-US"/>
        </a:p>
      </dgm:t>
    </dgm:pt>
    <dgm:pt modelId="{BC1707A9-0CC9-405C-852C-7266F399B8D1}" type="sibTrans" cxnId="{446F5179-2A0A-43D1-B2C8-17832FACA725}">
      <dgm:prSet/>
      <dgm:spPr/>
      <dgm:t>
        <a:bodyPr/>
        <a:lstStyle/>
        <a:p>
          <a:endParaRPr kumimoji="1" lang="ja-JP" altLang="en-US"/>
        </a:p>
      </dgm:t>
    </dgm:pt>
    <dgm:pt modelId="{D3EF466E-4E45-40C5-84C9-A3A3E0750CE5}" type="pres">
      <dgm:prSet presAssocID="{7C22C24A-F9C6-4986-A3AA-534B22717B2F}" presName="linear" presStyleCnt="0">
        <dgm:presLayoutVars>
          <dgm:dir/>
          <dgm:animLvl val="lvl"/>
          <dgm:resizeHandles val="exact"/>
        </dgm:presLayoutVars>
      </dgm:prSet>
      <dgm:spPr/>
    </dgm:pt>
    <dgm:pt modelId="{92E3170C-9693-4963-AC56-585ED62B92D3}" type="pres">
      <dgm:prSet presAssocID="{2D2D6B8A-B00D-492C-BDAF-478977870349}" presName="parentLin" presStyleCnt="0"/>
      <dgm:spPr/>
    </dgm:pt>
    <dgm:pt modelId="{75BB768E-15B6-4674-B2BE-F20EED6BB4F8}" type="pres">
      <dgm:prSet presAssocID="{2D2D6B8A-B00D-492C-BDAF-478977870349}" presName="parentLeftMargin" presStyleLbl="node1" presStyleIdx="0" presStyleCnt="3"/>
      <dgm:spPr/>
    </dgm:pt>
    <dgm:pt modelId="{7CA8869C-D06E-42CD-BAAC-8D90E07AA178}" type="pres">
      <dgm:prSet presAssocID="{2D2D6B8A-B00D-492C-BDAF-478977870349}" presName="parentText" presStyleLbl="node1" presStyleIdx="0" presStyleCnt="3">
        <dgm:presLayoutVars>
          <dgm:chMax val="0"/>
          <dgm:bulletEnabled val="1"/>
        </dgm:presLayoutVars>
      </dgm:prSet>
      <dgm:spPr/>
    </dgm:pt>
    <dgm:pt modelId="{683EABC5-B52A-416A-B7D9-A3B1A603871F}" type="pres">
      <dgm:prSet presAssocID="{2D2D6B8A-B00D-492C-BDAF-478977870349}" presName="negativeSpace" presStyleCnt="0"/>
      <dgm:spPr/>
    </dgm:pt>
    <dgm:pt modelId="{EA80AEB8-7356-4AA8-B287-63E6A1829FB6}" type="pres">
      <dgm:prSet presAssocID="{2D2D6B8A-B00D-492C-BDAF-478977870349}" presName="childText" presStyleLbl="conFgAcc1" presStyleIdx="0" presStyleCnt="3">
        <dgm:presLayoutVars>
          <dgm:bulletEnabled val="1"/>
        </dgm:presLayoutVars>
      </dgm:prSet>
      <dgm:spPr/>
    </dgm:pt>
    <dgm:pt modelId="{62036375-9961-49D6-8A20-52680A15A00F}" type="pres">
      <dgm:prSet presAssocID="{749D3704-0717-4761-A83D-61DB9924B71A}" presName="spaceBetweenRectangles" presStyleCnt="0"/>
      <dgm:spPr/>
    </dgm:pt>
    <dgm:pt modelId="{75FA884F-5B43-424C-9C4C-F872DA7EAEBB}" type="pres">
      <dgm:prSet presAssocID="{11726D27-9FAA-43D0-B1DC-52F99A4954B5}" presName="parentLin" presStyleCnt="0"/>
      <dgm:spPr/>
    </dgm:pt>
    <dgm:pt modelId="{3FF0E96C-CAE5-4E7E-9FA7-3EC26080E747}" type="pres">
      <dgm:prSet presAssocID="{11726D27-9FAA-43D0-B1DC-52F99A4954B5}" presName="parentLeftMargin" presStyleLbl="node1" presStyleIdx="0" presStyleCnt="3"/>
      <dgm:spPr/>
    </dgm:pt>
    <dgm:pt modelId="{E196514A-2A46-4D84-8C72-57E801790E71}" type="pres">
      <dgm:prSet presAssocID="{11726D27-9FAA-43D0-B1DC-52F99A4954B5}" presName="parentText" presStyleLbl="node1" presStyleIdx="1" presStyleCnt="3">
        <dgm:presLayoutVars>
          <dgm:chMax val="0"/>
          <dgm:bulletEnabled val="1"/>
        </dgm:presLayoutVars>
      </dgm:prSet>
      <dgm:spPr/>
    </dgm:pt>
    <dgm:pt modelId="{80F6F859-C261-40C1-ADAD-3C748C80B56B}" type="pres">
      <dgm:prSet presAssocID="{11726D27-9FAA-43D0-B1DC-52F99A4954B5}" presName="negativeSpace" presStyleCnt="0"/>
      <dgm:spPr/>
    </dgm:pt>
    <dgm:pt modelId="{4C7DB6FC-F0D1-4FAC-8FC8-FF979E536057}" type="pres">
      <dgm:prSet presAssocID="{11726D27-9FAA-43D0-B1DC-52F99A4954B5}" presName="childText" presStyleLbl="conFgAcc1" presStyleIdx="1" presStyleCnt="3">
        <dgm:presLayoutVars>
          <dgm:bulletEnabled val="1"/>
        </dgm:presLayoutVars>
      </dgm:prSet>
      <dgm:spPr/>
    </dgm:pt>
    <dgm:pt modelId="{3FC0A0E7-C2A2-4347-937C-FDB393609067}" type="pres">
      <dgm:prSet presAssocID="{A3675977-E137-4FAA-894C-A10ECD112D52}" presName="spaceBetweenRectangles" presStyleCnt="0"/>
      <dgm:spPr/>
    </dgm:pt>
    <dgm:pt modelId="{5B13EC18-82F6-433F-9093-717499C9CDF1}" type="pres">
      <dgm:prSet presAssocID="{BBC99596-CDA9-40B9-877A-45355338CEAD}" presName="parentLin" presStyleCnt="0"/>
      <dgm:spPr/>
    </dgm:pt>
    <dgm:pt modelId="{ADA56981-3771-471D-8C5A-88BBA4C60AB0}" type="pres">
      <dgm:prSet presAssocID="{BBC99596-CDA9-40B9-877A-45355338CEAD}" presName="parentLeftMargin" presStyleLbl="node1" presStyleIdx="1" presStyleCnt="3"/>
      <dgm:spPr/>
    </dgm:pt>
    <dgm:pt modelId="{5CF8334D-A5E7-4DAE-A5A0-66D15538CB0D}" type="pres">
      <dgm:prSet presAssocID="{BBC99596-CDA9-40B9-877A-45355338CEAD}" presName="parentText" presStyleLbl="node1" presStyleIdx="2" presStyleCnt="3">
        <dgm:presLayoutVars>
          <dgm:chMax val="0"/>
          <dgm:bulletEnabled val="1"/>
        </dgm:presLayoutVars>
      </dgm:prSet>
      <dgm:spPr/>
    </dgm:pt>
    <dgm:pt modelId="{35EECDD5-5F9C-42C5-9F80-5A387B08D456}" type="pres">
      <dgm:prSet presAssocID="{BBC99596-CDA9-40B9-877A-45355338CEAD}" presName="negativeSpace" presStyleCnt="0"/>
      <dgm:spPr/>
    </dgm:pt>
    <dgm:pt modelId="{9719CF6C-5E61-4FDA-81FC-C4A9255777DF}" type="pres">
      <dgm:prSet presAssocID="{BBC99596-CDA9-40B9-877A-45355338CEAD}" presName="childText" presStyleLbl="conFgAcc1" presStyleIdx="2" presStyleCnt="3" custLinFactNeighborX="0" custLinFactNeighborY="-654">
        <dgm:presLayoutVars>
          <dgm:bulletEnabled val="1"/>
        </dgm:presLayoutVars>
      </dgm:prSet>
      <dgm:spPr/>
    </dgm:pt>
  </dgm:ptLst>
  <dgm:cxnLst>
    <dgm:cxn modelId="{01AF470F-5E53-432A-A235-D7194B03F56F}" type="presOf" srcId="{11726D27-9FAA-43D0-B1DC-52F99A4954B5}" destId="{E196514A-2A46-4D84-8C72-57E801790E71}" srcOrd="1" destOrd="0" presId="urn:microsoft.com/office/officeart/2005/8/layout/list1"/>
    <dgm:cxn modelId="{B3CA580F-F559-4959-900A-2E9A2548BE71}" srcId="{2D2D6B8A-B00D-492C-BDAF-478977870349}" destId="{150D3A5D-579E-4975-AE57-4A1A111F6AF4}" srcOrd="0" destOrd="0" parTransId="{65CAC8D0-0D21-4C47-902E-71A8E812C0B7}" sibTransId="{AB9A3B7B-EF3F-43E4-B0E7-D7FF44A8837E}"/>
    <dgm:cxn modelId="{3DB9A816-20DE-42D1-B1F3-401DAA982C69}" srcId="{7C22C24A-F9C6-4986-A3AA-534B22717B2F}" destId="{11726D27-9FAA-43D0-B1DC-52F99A4954B5}" srcOrd="1" destOrd="0" parTransId="{0B0D9FB5-A70F-4DDC-8B53-5C1D7487A3AD}" sibTransId="{A3675977-E137-4FAA-894C-A10ECD112D52}"/>
    <dgm:cxn modelId="{1200D91D-632F-40D8-B5ED-A0E3FADCAF42}" srcId="{2D2D6B8A-B00D-492C-BDAF-478977870349}" destId="{4081FB2E-36D0-47B5-8629-8B20BFFD1531}" srcOrd="1" destOrd="0" parTransId="{366DDE32-5B68-4F29-B794-FAD730FE250C}" sibTransId="{EF2AD316-9865-4761-A56A-C9CE23A0241A}"/>
    <dgm:cxn modelId="{1348973B-6EB1-4A30-ACAC-CCFBDDAD1E1B}" type="presOf" srcId="{437BF6C0-01D1-466B-87C2-CA9E11FB968D}" destId="{4C7DB6FC-F0D1-4FAC-8FC8-FF979E536057}" srcOrd="0" destOrd="0" presId="urn:microsoft.com/office/officeart/2005/8/layout/list1"/>
    <dgm:cxn modelId="{1AA2325E-CECF-4E0C-BE7A-EAFE9267985D}" type="presOf" srcId="{894DF820-72B6-4D6C-B38C-E0249EFB1ADA}" destId="{9719CF6C-5E61-4FDA-81FC-C4A9255777DF}" srcOrd="0" destOrd="0" presId="urn:microsoft.com/office/officeart/2005/8/layout/list1"/>
    <dgm:cxn modelId="{D0F56275-FE49-4C93-8AFD-975F72DAF80C}" type="presOf" srcId="{150D3A5D-579E-4975-AE57-4A1A111F6AF4}" destId="{EA80AEB8-7356-4AA8-B287-63E6A1829FB6}" srcOrd="0" destOrd="0" presId="urn:microsoft.com/office/officeart/2005/8/layout/list1"/>
    <dgm:cxn modelId="{446F5179-2A0A-43D1-B2C8-17832FACA725}" srcId="{BBC99596-CDA9-40B9-877A-45355338CEAD}" destId="{894DF820-72B6-4D6C-B38C-E0249EFB1ADA}" srcOrd="0" destOrd="0" parTransId="{76EA9A7C-AE4B-4F3F-A0AE-B604A4F755C7}" sibTransId="{BC1707A9-0CC9-405C-852C-7266F399B8D1}"/>
    <dgm:cxn modelId="{9BDC3286-3FEA-4711-80C3-7001C7C364B4}" type="presOf" srcId="{BBC99596-CDA9-40B9-877A-45355338CEAD}" destId="{5CF8334D-A5E7-4DAE-A5A0-66D15538CB0D}" srcOrd="1" destOrd="0" presId="urn:microsoft.com/office/officeart/2005/8/layout/list1"/>
    <dgm:cxn modelId="{60A77D92-D51D-483F-919B-F022E6B3D444}" srcId="{7C22C24A-F9C6-4986-A3AA-534B22717B2F}" destId="{BBC99596-CDA9-40B9-877A-45355338CEAD}" srcOrd="2" destOrd="0" parTransId="{6FAD8805-49E3-438F-89EF-D6EFE16346D0}" sibTransId="{78A7BB2D-0D81-414E-9A6F-258A9E2696BE}"/>
    <dgm:cxn modelId="{4CBB0E9B-158D-4129-91C3-63F916B7C5A0}" type="presOf" srcId="{BBC99596-CDA9-40B9-877A-45355338CEAD}" destId="{ADA56981-3771-471D-8C5A-88BBA4C60AB0}" srcOrd="0" destOrd="0" presId="urn:microsoft.com/office/officeart/2005/8/layout/list1"/>
    <dgm:cxn modelId="{A15B919B-BCD9-4099-BCD4-3A6C00843CF8}" type="presOf" srcId="{4081FB2E-36D0-47B5-8629-8B20BFFD1531}" destId="{EA80AEB8-7356-4AA8-B287-63E6A1829FB6}" srcOrd="0" destOrd="1" presId="urn:microsoft.com/office/officeart/2005/8/layout/list1"/>
    <dgm:cxn modelId="{BDED57A2-9C48-412F-B6C3-1E1948D8C4D7}" srcId="{7C22C24A-F9C6-4986-A3AA-534B22717B2F}" destId="{2D2D6B8A-B00D-492C-BDAF-478977870349}" srcOrd="0" destOrd="0" parTransId="{47405427-5D3D-488D-AF9D-D29A215791D7}" sibTransId="{749D3704-0717-4761-A83D-61DB9924B71A}"/>
    <dgm:cxn modelId="{615348A5-207D-43D3-9F69-8969F2AEC407}" type="presOf" srcId="{11726D27-9FAA-43D0-B1DC-52F99A4954B5}" destId="{3FF0E96C-CAE5-4E7E-9FA7-3EC26080E747}" srcOrd="0" destOrd="0" presId="urn:microsoft.com/office/officeart/2005/8/layout/list1"/>
    <dgm:cxn modelId="{8E3BD7B6-6E2C-41DA-BB76-5C377DC4D017}" type="presOf" srcId="{2D2D6B8A-B00D-492C-BDAF-478977870349}" destId="{75BB768E-15B6-4674-B2BE-F20EED6BB4F8}" srcOrd="0" destOrd="0" presId="urn:microsoft.com/office/officeart/2005/8/layout/list1"/>
    <dgm:cxn modelId="{8B2117C7-7CC9-4687-9B17-FCBB9C134600}" type="presOf" srcId="{7C22C24A-F9C6-4986-A3AA-534B22717B2F}" destId="{D3EF466E-4E45-40C5-84C9-A3A3E0750CE5}" srcOrd="0" destOrd="0" presId="urn:microsoft.com/office/officeart/2005/8/layout/list1"/>
    <dgm:cxn modelId="{E41070C7-C34D-4A1C-8965-6E5D6D983195}" type="presOf" srcId="{2D2D6B8A-B00D-492C-BDAF-478977870349}" destId="{7CA8869C-D06E-42CD-BAAC-8D90E07AA178}" srcOrd="1" destOrd="0" presId="urn:microsoft.com/office/officeart/2005/8/layout/list1"/>
    <dgm:cxn modelId="{ED4573EB-A7C1-4FA2-8766-068B38C59434}" srcId="{11726D27-9FAA-43D0-B1DC-52F99A4954B5}" destId="{437BF6C0-01D1-466B-87C2-CA9E11FB968D}" srcOrd="0" destOrd="0" parTransId="{BEE705C6-5642-45E5-B47F-6961B7C0021C}" sibTransId="{1C1E5AB1-5CBD-406A-8D59-C8659FDD8C9D}"/>
    <dgm:cxn modelId="{D2B4E08B-7C99-477F-B61E-16CB6F558067}" type="presParOf" srcId="{D3EF466E-4E45-40C5-84C9-A3A3E0750CE5}" destId="{92E3170C-9693-4963-AC56-585ED62B92D3}" srcOrd="0" destOrd="0" presId="urn:microsoft.com/office/officeart/2005/8/layout/list1"/>
    <dgm:cxn modelId="{84875720-AFD7-404D-90FB-01F7C5065DE3}" type="presParOf" srcId="{92E3170C-9693-4963-AC56-585ED62B92D3}" destId="{75BB768E-15B6-4674-B2BE-F20EED6BB4F8}" srcOrd="0" destOrd="0" presId="urn:microsoft.com/office/officeart/2005/8/layout/list1"/>
    <dgm:cxn modelId="{7E1E7FCB-BA8A-48F7-8999-218F5A38E8CB}" type="presParOf" srcId="{92E3170C-9693-4963-AC56-585ED62B92D3}" destId="{7CA8869C-D06E-42CD-BAAC-8D90E07AA178}" srcOrd="1" destOrd="0" presId="urn:microsoft.com/office/officeart/2005/8/layout/list1"/>
    <dgm:cxn modelId="{865C15AE-E7B7-4ACA-91DD-4E84125D945F}" type="presParOf" srcId="{D3EF466E-4E45-40C5-84C9-A3A3E0750CE5}" destId="{683EABC5-B52A-416A-B7D9-A3B1A603871F}" srcOrd="1" destOrd="0" presId="urn:microsoft.com/office/officeart/2005/8/layout/list1"/>
    <dgm:cxn modelId="{B7D69C34-CB9B-43F5-BC72-B43A1A305A59}" type="presParOf" srcId="{D3EF466E-4E45-40C5-84C9-A3A3E0750CE5}" destId="{EA80AEB8-7356-4AA8-B287-63E6A1829FB6}" srcOrd="2" destOrd="0" presId="urn:microsoft.com/office/officeart/2005/8/layout/list1"/>
    <dgm:cxn modelId="{B5FAF9C2-EB98-4BEB-AE45-7CA73C39CA49}" type="presParOf" srcId="{D3EF466E-4E45-40C5-84C9-A3A3E0750CE5}" destId="{62036375-9961-49D6-8A20-52680A15A00F}" srcOrd="3" destOrd="0" presId="urn:microsoft.com/office/officeart/2005/8/layout/list1"/>
    <dgm:cxn modelId="{9D200862-9E19-4854-8992-AB77AD339C5E}" type="presParOf" srcId="{D3EF466E-4E45-40C5-84C9-A3A3E0750CE5}" destId="{75FA884F-5B43-424C-9C4C-F872DA7EAEBB}" srcOrd="4" destOrd="0" presId="urn:microsoft.com/office/officeart/2005/8/layout/list1"/>
    <dgm:cxn modelId="{718A504E-F25C-4643-9BBD-4B7CE1F0E572}" type="presParOf" srcId="{75FA884F-5B43-424C-9C4C-F872DA7EAEBB}" destId="{3FF0E96C-CAE5-4E7E-9FA7-3EC26080E747}" srcOrd="0" destOrd="0" presId="urn:microsoft.com/office/officeart/2005/8/layout/list1"/>
    <dgm:cxn modelId="{302E4A89-C929-4DCF-8A2F-E2693882731C}" type="presParOf" srcId="{75FA884F-5B43-424C-9C4C-F872DA7EAEBB}" destId="{E196514A-2A46-4D84-8C72-57E801790E71}" srcOrd="1" destOrd="0" presId="urn:microsoft.com/office/officeart/2005/8/layout/list1"/>
    <dgm:cxn modelId="{497AD83C-B3CE-4461-B3B8-147DF837EA3C}" type="presParOf" srcId="{D3EF466E-4E45-40C5-84C9-A3A3E0750CE5}" destId="{80F6F859-C261-40C1-ADAD-3C748C80B56B}" srcOrd="5" destOrd="0" presId="urn:microsoft.com/office/officeart/2005/8/layout/list1"/>
    <dgm:cxn modelId="{EB7A5E30-229B-4301-9E04-73A5C6549CAF}" type="presParOf" srcId="{D3EF466E-4E45-40C5-84C9-A3A3E0750CE5}" destId="{4C7DB6FC-F0D1-4FAC-8FC8-FF979E536057}" srcOrd="6" destOrd="0" presId="urn:microsoft.com/office/officeart/2005/8/layout/list1"/>
    <dgm:cxn modelId="{17AB9498-D5CE-4A95-9C1F-F09B976D6BCE}" type="presParOf" srcId="{D3EF466E-4E45-40C5-84C9-A3A3E0750CE5}" destId="{3FC0A0E7-C2A2-4347-937C-FDB393609067}" srcOrd="7" destOrd="0" presId="urn:microsoft.com/office/officeart/2005/8/layout/list1"/>
    <dgm:cxn modelId="{47AB7969-4AFF-4480-8DF4-80CD7F4B8BFE}" type="presParOf" srcId="{D3EF466E-4E45-40C5-84C9-A3A3E0750CE5}" destId="{5B13EC18-82F6-433F-9093-717499C9CDF1}" srcOrd="8" destOrd="0" presId="urn:microsoft.com/office/officeart/2005/8/layout/list1"/>
    <dgm:cxn modelId="{C07DC4EC-DF7E-415D-8102-09CF10C1BFE4}" type="presParOf" srcId="{5B13EC18-82F6-433F-9093-717499C9CDF1}" destId="{ADA56981-3771-471D-8C5A-88BBA4C60AB0}" srcOrd="0" destOrd="0" presId="urn:microsoft.com/office/officeart/2005/8/layout/list1"/>
    <dgm:cxn modelId="{82AA9771-B565-4066-996F-EC2225768D93}" type="presParOf" srcId="{5B13EC18-82F6-433F-9093-717499C9CDF1}" destId="{5CF8334D-A5E7-4DAE-A5A0-66D15538CB0D}" srcOrd="1" destOrd="0" presId="urn:microsoft.com/office/officeart/2005/8/layout/list1"/>
    <dgm:cxn modelId="{B912AFAD-C9C1-4816-8ED1-1CD4033B4375}" type="presParOf" srcId="{D3EF466E-4E45-40C5-84C9-A3A3E0750CE5}" destId="{35EECDD5-5F9C-42C5-9F80-5A387B08D456}" srcOrd="9" destOrd="0" presId="urn:microsoft.com/office/officeart/2005/8/layout/list1"/>
    <dgm:cxn modelId="{F4580898-4B37-4E7E-A2CE-D4F3571BB93B}" type="presParOf" srcId="{D3EF466E-4E45-40C5-84C9-A3A3E0750CE5}" destId="{9719CF6C-5E61-4FDA-81FC-C4A9255777DF}"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581A7A-4EDD-4FA3-87EC-18288CE67DCE}" type="doc">
      <dgm:prSet loTypeId="urn:microsoft.com/office/officeart/2005/8/layout/chevron1" loCatId="process" qsTypeId="urn:microsoft.com/office/officeart/2005/8/quickstyle/simple1" qsCatId="simple" csTypeId="urn:microsoft.com/office/officeart/2005/8/colors/accent1_2" csCatId="accent1" phldr="1"/>
      <dgm:spPr/>
    </dgm:pt>
    <dgm:pt modelId="{D82414C8-DD53-48E1-B871-92EAF70D543E}">
      <dgm:prSet phldrT="[テキスト]"/>
      <dgm:spPr>
        <a:solidFill>
          <a:srgbClr val="FFC000"/>
        </a:solidFill>
      </dgm:spPr>
      <dgm:t>
        <a:bodyPr/>
        <a:lstStyle/>
        <a:p>
          <a:r>
            <a:rPr kumimoji="1" lang="en-US" altLang="ja-JP" dirty="0"/>
            <a:t>Create survey for each TA of ONC1</a:t>
          </a:r>
          <a:endParaRPr kumimoji="1" lang="ja-JP" altLang="en-US" dirty="0"/>
        </a:p>
      </dgm:t>
    </dgm:pt>
    <dgm:pt modelId="{3790274C-224A-4139-A179-87A179E9C317}" type="parTrans" cxnId="{ACF97561-BF3A-4C32-9F23-0C9A9AE4F7ED}">
      <dgm:prSet/>
      <dgm:spPr/>
      <dgm:t>
        <a:bodyPr/>
        <a:lstStyle/>
        <a:p>
          <a:endParaRPr kumimoji="1" lang="ja-JP" altLang="en-US"/>
        </a:p>
      </dgm:t>
    </dgm:pt>
    <dgm:pt modelId="{6D7DB1DF-BC55-4EA6-9508-82EE0F57B6B8}" type="sibTrans" cxnId="{ACF97561-BF3A-4C32-9F23-0C9A9AE4F7ED}">
      <dgm:prSet/>
      <dgm:spPr/>
      <dgm:t>
        <a:bodyPr/>
        <a:lstStyle/>
        <a:p>
          <a:endParaRPr kumimoji="1" lang="ja-JP" altLang="en-US"/>
        </a:p>
      </dgm:t>
    </dgm:pt>
    <dgm:pt modelId="{D73B5123-B888-4438-B566-95A5F2845212}">
      <dgm:prSet phldrT="[テキスト]"/>
      <dgm:spPr>
        <a:solidFill>
          <a:srgbClr val="FFC000"/>
        </a:solidFill>
      </dgm:spPr>
      <dgm:t>
        <a:bodyPr/>
        <a:lstStyle/>
        <a:p>
          <a:r>
            <a:rPr kumimoji="1" lang="en-US" altLang="ja-JP" dirty="0"/>
            <a:t>Upload target doctor list</a:t>
          </a:r>
          <a:endParaRPr kumimoji="1" lang="ja-JP" altLang="en-US" dirty="0"/>
        </a:p>
      </dgm:t>
    </dgm:pt>
    <dgm:pt modelId="{A46631EE-4169-495C-A52A-AC08F8A2FD47}" type="parTrans" cxnId="{2B98EAF2-A24A-4430-BE52-888958070F61}">
      <dgm:prSet/>
      <dgm:spPr/>
      <dgm:t>
        <a:bodyPr/>
        <a:lstStyle/>
        <a:p>
          <a:endParaRPr kumimoji="1" lang="ja-JP" altLang="en-US"/>
        </a:p>
      </dgm:t>
    </dgm:pt>
    <dgm:pt modelId="{1A9D4365-4B70-42B5-8D0D-C12649B794FF}" type="sibTrans" cxnId="{2B98EAF2-A24A-4430-BE52-888958070F61}">
      <dgm:prSet/>
      <dgm:spPr/>
      <dgm:t>
        <a:bodyPr/>
        <a:lstStyle/>
        <a:p>
          <a:endParaRPr kumimoji="1" lang="ja-JP" altLang="en-US"/>
        </a:p>
      </dgm:t>
    </dgm:pt>
    <dgm:pt modelId="{0054AE93-B251-4804-B97F-C9F17527AC75}">
      <dgm:prSet phldrT="[テキスト]"/>
      <dgm:spPr>
        <a:solidFill>
          <a:srgbClr val="FFC000"/>
        </a:solidFill>
      </dgm:spPr>
      <dgm:t>
        <a:bodyPr/>
        <a:lstStyle/>
        <a:p>
          <a:r>
            <a:rPr kumimoji="1" lang="en-US" altLang="ja-JP" dirty="0"/>
            <a:t>Distribute survey to child account related list</a:t>
          </a:r>
          <a:endParaRPr kumimoji="1" lang="ja-JP" altLang="en-US" dirty="0"/>
        </a:p>
      </dgm:t>
    </dgm:pt>
    <dgm:pt modelId="{9640F03F-30D1-4233-883F-13FF5EAEF6BA}" type="parTrans" cxnId="{810D9F3C-B720-4BD2-9A4E-1FC002618D25}">
      <dgm:prSet/>
      <dgm:spPr/>
      <dgm:t>
        <a:bodyPr/>
        <a:lstStyle/>
        <a:p>
          <a:endParaRPr kumimoji="1" lang="ja-JP" altLang="en-US"/>
        </a:p>
      </dgm:t>
    </dgm:pt>
    <dgm:pt modelId="{76678653-B3D2-465A-9781-E4152FEEBC41}" type="sibTrans" cxnId="{810D9F3C-B720-4BD2-9A4E-1FC002618D25}">
      <dgm:prSet/>
      <dgm:spPr/>
      <dgm:t>
        <a:bodyPr/>
        <a:lstStyle/>
        <a:p>
          <a:endParaRPr kumimoji="1" lang="ja-JP" altLang="en-US"/>
        </a:p>
      </dgm:t>
    </dgm:pt>
    <dgm:pt modelId="{9E4E2C04-4F07-4BB6-AD7D-5CEE65E556A3}" type="pres">
      <dgm:prSet presAssocID="{E4581A7A-4EDD-4FA3-87EC-18288CE67DCE}" presName="Name0" presStyleCnt="0">
        <dgm:presLayoutVars>
          <dgm:dir/>
          <dgm:animLvl val="lvl"/>
          <dgm:resizeHandles val="exact"/>
        </dgm:presLayoutVars>
      </dgm:prSet>
      <dgm:spPr/>
    </dgm:pt>
    <dgm:pt modelId="{397C8787-F253-48DB-BCE2-9459E59F073E}" type="pres">
      <dgm:prSet presAssocID="{D82414C8-DD53-48E1-B871-92EAF70D543E}" presName="parTxOnly" presStyleLbl="node1" presStyleIdx="0" presStyleCnt="3" custLinFactX="-2886" custLinFactNeighborX="-100000" custLinFactNeighborY="2872">
        <dgm:presLayoutVars>
          <dgm:chMax val="0"/>
          <dgm:chPref val="0"/>
          <dgm:bulletEnabled val="1"/>
        </dgm:presLayoutVars>
      </dgm:prSet>
      <dgm:spPr/>
    </dgm:pt>
    <dgm:pt modelId="{3BF8FF68-6204-4522-A11A-F191AB3A843B}" type="pres">
      <dgm:prSet presAssocID="{6D7DB1DF-BC55-4EA6-9508-82EE0F57B6B8}" presName="parTxOnlySpace" presStyleCnt="0"/>
      <dgm:spPr/>
    </dgm:pt>
    <dgm:pt modelId="{83E34CF5-A911-4D6D-B9FA-F1514297BAAB}" type="pres">
      <dgm:prSet presAssocID="{D73B5123-B888-4438-B566-95A5F2845212}" presName="parTxOnly" presStyleLbl="node1" presStyleIdx="1" presStyleCnt="3">
        <dgm:presLayoutVars>
          <dgm:chMax val="0"/>
          <dgm:chPref val="0"/>
          <dgm:bulletEnabled val="1"/>
        </dgm:presLayoutVars>
      </dgm:prSet>
      <dgm:spPr/>
    </dgm:pt>
    <dgm:pt modelId="{8908F49A-E7AB-453E-9044-CB57162357E4}" type="pres">
      <dgm:prSet presAssocID="{1A9D4365-4B70-42B5-8D0D-C12649B794FF}" presName="parTxOnlySpace" presStyleCnt="0"/>
      <dgm:spPr/>
    </dgm:pt>
    <dgm:pt modelId="{935CA7BB-0177-4967-967A-C7B7F15DF8FA}" type="pres">
      <dgm:prSet presAssocID="{0054AE93-B251-4804-B97F-C9F17527AC75}" presName="parTxOnly" presStyleLbl="node1" presStyleIdx="2" presStyleCnt="3">
        <dgm:presLayoutVars>
          <dgm:chMax val="0"/>
          <dgm:chPref val="0"/>
          <dgm:bulletEnabled val="1"/>
        </dgm:presLayoutVars>
      </dgm:prSet>
      <dgm:spPr/>
    </dgm:pt>
  </dgm:ptLst>
  <dgm:cxnLst>
    <dgm:cxn modelId="{B99BC62B-826C-4ABA-AD6E-7873E0027DC0}" type="presOf" srcId="{E4581A7A-4EDD-4FA3-87EC-18288CE67DCE}" destId="{9E4E2C04-4F07-4BB6-AD7D-5CEE65E556A3}" srcOrd="0" destOrd="0" presId="urn:microsoft.com/office/officeart/2005/8/layout/chevron1"/>
    <dgm:cxn modelId="{810D9F3C-B720-4BD2-9A4E-1FC002618D25}" srcId="{E4581A7A-4EDD-4FA3-87EC-18288CE67DCE}" destId="{0054AE93-B251-4804-B97F-C9F17527AC75}" srcOrd="2" destOrd="0" parTransId="{9640F03F-30D1-4233-883F-13FF5EAEF6BA}" sibTransId="{76678653-B3D2-465A-9781-E4152FEEBC41}"/>
    <dgm:cxn modelId="{ACF97561-BF3A-4C32-9F23-0C9A9AE4F7ED}" srcId="{E4581A7A-4EDD-4FA3-87EC-18288CE67DCE}" destId="{D82414C8-DD53-48E1-B871-92EAF70D543E}" srcOrd="0" destOrd="0" parTransId="{3790274C-224A-4139-A179-87A179E9C317}" sibTransId="{6D7DB1DF-BC55-4EA6-9508-82EE0F57B6B8}"/>
    <dgm:cxn modelId="{57B5C74E-B2B9-4BFD-946C-B4DB5CD6E3D9}" type="presOf" srcId="{0054AE93-B251-4804-B97F-C9F17527AC75}" destId="{935CA7BB-0177-4967-967A-C7B7F15DF8FA}" srcOrd="0" destOrd="0" presId="urn:microsoft.com/office/officeart/2005/8/layout/chevron1"/>
    <dgm:cxn modelId="{A9ABE697-87E6-4CD1-8BFE-50A30683C430}" type="presOf" srcId="{D73B5123-B888-4438-B566-95A5F2845212}" destId="{83E34CF5-A911-4D6D-B9FA-F1514297BAAB}" srcOrd="0" destOrd="0" presId="urn:microsoft.com/office/officeart/2005/8/layout/chevron1"/>
    <dgm:cxn modelId="{43F6A898-9AD0-4E1C-BC2B-4BCB702685D4}" type="presOf" srcId="{D82414C8-DD53-48E1-B871-92EAF70D543E}" destId="{397C8787-F253-48DB-BCE2-9459E59F073E}" srcOrd="0" destOrd="0" presId="urn:microsoft.com/office/officeart/2005/8/layout/chevron1"/>
    <dgm:cxn modelId="{2B98EAF2-A24A-4430-BE52-888958070F61}" srcId="{E4581A7A-4EDD-4FA3-87EC-18288CE67DCE}" destId="{D73B5123-B888-4438-B566-95A5F2845212}" srcOrd="1" destOrd="0" parTransId="{A46631EE-4169-495C-A52A-AC08F8A2FD47}" sibTransId="{1A9D4365-4B70-42B5-8D0D-C12649B794FF}"/>
    <dgm:cxn modelId="{EA29D804-6038-4B91-96B7-E79846BB671C}" type="presParOf" srcId="{9E4E2C04-4F07-4BB6-AD7D-5CEE65E556A3}" destId="{397C8787-F253-48DB-BCE2-9459E59F073E}" srcOrd="0" destOrd="0" presId="urn:microsoft.com/office/officeart/2005/8/layout/chevron1"/>
    <dgm:cxn modelId="{24C9F843-6190-4BDB-87C8-73AD1B370C19}" type="presParOf" srcId="{9E4E2C04-4F07-4BB6-AD7D-5CEE65E556A3}" destId="{3BF8FF68-6204-4522-A11A-F191AB3A843B}" srcOrd="1" destOrd="0" presId="urn:microsoft.com/office/officeart/2005/8/layout/chevron1"/>
    <dgm:cxn modelId="{E11C7026-19EA-4732-B6AB-EB9091DB3D4B}" type="presParOf" srcId="{9E4E2C04-4F07-4BB6-AD7D-5CEE65E556A3}" destId="{83E34CF5-A911-4D6D-B9FA-F1514297BAAB}" srcOrd="2" destOrd="0" presId="urn:microsoft.com/office/officeart/2005/8/layout/chevron1"/>
    <dgm:cxn modelId="{7308A0F0-7DC5-4565-9F2A-524AAD0DB1A0}" type="presParOf" srcId="{9E4E2C04-4F07-4BB6-AD7D-5CEE65E556A3}" destId="{8908F49A-E7AB-453E-9044-CB57162357E4}" srcOrd="3" destOrd="0" presId="urn:microsoft.com/office/officeart/2005/8/layout/chevron1"/>
    <dgm:cxn modelId="{DB151A86-9E3E-45D7-B7AB-06DF68713EBC}" type="presParOf" srcId="{9E4E2C04-4F07-4BB6-AD7D-5CEE65E556A3}" destId="{935CA7BB-0177-4967-967A-C7B7F15DF8FA}"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581A7A-4EDD-4FA3-87EC-18288CE67DCE}" type="doc">
      <dgm:prSet loTypeId="urn:microsoft.com/office/officeart/2005/8/layout/chevron1" loCatId="process" qsTypeId="urn:microsoft.com/office/officeart/2005/8/quickstyle/simple1" qsCatId="simple" csTypeId="urn:microsoft.com/office/officeart/2005/8/colors/accent1_2" csCatId="accent1" phldr="1"/>
      <dgm:spPr/>
    </dgm:pt>
    <dgm:pt modelId="{D82414C8-DD53-48E1-B871-92EAF70D543E}">
      <dgm:prSet phldrT="[テキスト]"/>
      <dgm:spPr>
        <a:solidFill>
          <a:srgbClr val="92D050"/>
        </a:solidFill>
      </dgm:spPr>
      <dgm:t>
        <a:bodyPr/>
        <a:lstStyle/>
        <a:p>
          <a:r>
            <a:rPr kumimoji="1" lang="en-US" altLang="ja-JP" dirty="0"/>
            <a:t>Gather </a:t>
          </a:r>
          <a:r>
            <a:rPr kumimoji="1" lang="en-US" altLang="ja-JP" b="0" dirty="0"/>
            <a:t>number-based</a:t>
          </a:r>
          <a:r>
            <a:rPr kumimoji="1" lang="en-US" altLang="ja-JP" b="1" dirty="0"/>
            <a:t> </a:t>
          </a:r>
          <a:r>
            <a:rPr kumimoji="1" lang="en-US" altLang="ja-JP" dirty="0"/>
            <a:t>prescription data from HCPs</a:t>
          </a:r>
          <a:endParaRPr kumimoji="1" lang="ja-JP" altLang="en-US" dirty="0"/>
        </a:p>
      </dgm:t>
    </dgm:pt>
    <dgm:pt modelId="{3790274C-224A-4139-A179-87A179E9C317}" type="parTrans" cxnId="{ACF97561-BF3A-4C32-9F23-0C9A9AE4F7ED}">
      <dgm:prSet/>
      <dgm:spPr/>
      <dgm:t>
        <a:bodyPr/>
        <a:lstStyle/>
        <a:p>
          <a:endParaRPr kumimoji="1" lang="ja-JP" altLang="en-US"/>
        </a:p>
      </dgm:t>
    </dgm:pt>
    <dgm:pt modelId="{6D7DB1DF-BC55-4EA6-9508-82EE0F57B6B8}" type="sibTrans" cxnId="{ACF97561-BF3A-4C32-9F23-0C9A9AE4F7ED}">
      <dgm:prSet/>
      <dgm:spPr/>
      <dgm:t>
        <a:bodyPr/>
        <a:lstStyle/>
        <a:p>
          <a:endParaRPr kumimoji="1" lang="ja-JP" altLang="en-US"/>
        </a:p>
      </dgm:t>
    </dgm:pt>
    <dgm:pt modelId="{D73B5123-B888-4438-B566-95A5F2845212}">
      <dgm:prSet phldrT="[テキスト]"/>
      <dgm:spPr>
        <a:solidFill>
          <a:srgbClr val="92D050"/>
        </a:solidFill>
      </dgm:spPr>
      <dgm:t>
        <a:bodyPr/>
        <a:lstStyle/>
        <a:p>
          <a:r>
            <a:rPr kumimoji="1" lang="en-US" altLang="ja-JP" dirty="0"/>
            <a:t>Reach out to survey target account page</a:t>
          </a:r>
        </a:p>
      </dgm:t>
    </dgm:pt>
    <dgm:pt modelId="{A46631EE-4169-495C-A52A-AC08F8A2FD47}" type="parTrans" cxnId="{2B98EAF2-A24A-4430-BE52-888958070F61}">
      <dgm:prSet/>
      <dgm:spPr/>
      <dgm:t>
        <a:bodyPr/>
        <a:lstStyle/>
        <a:p>
          <a:endParaRPr kumimoji="1" lang="ja-JP" altLang="en-US"/>
        </a:p>
      </dgm:t>
    </dgm:pt>
    <dgm:pt modelId="{1A9D4365-4B70-42B5-8D0D-C12649B794FF}" type="sibTrans" cxnId="{2B98EAF2-A24A-4430-BE52-888958070F61}">
      <dgm:prSet/>
      <dgm:spPr/>
      <dgm:t>
        <a:bodyPr/>
        <a:lstStyle/>
        <a:p>
          <a:endParaRPr kumimoji="1" lang="ja-JP" altLang="en-US"/>
        </a:p>
      </dgm:t>
    </dgm:pt>
    <dgm:pt modelId="{0054AE93-B251-4804-B97F-C9F17527AC75}">
      <dgm:prSet phldrT="[テキスト]"/>
      <dgm:spPr>
        <a:solidFill>
          <a:srgbClr val="92D050"/>
        </a:solidFill>
      </dgm:spPr>
      <dgm:t>
        <a:bodyPr/>
        <a:lstStyle/>
        <a:p>
          <a:r>
            <a:rPr kumimoji="1" lang="en-US" altLang="ja-JP" dirty="0"/>
            <a:t>Record data</a:t>
          </a:r>
          <a:endParaRPr kumimoji="1" lang="ja-JP" altLang="en-US" dirty="0"/>
        </a:p>
      </dgm:t>
    </dgm:pt>
    <dgm:pt modelId="{9640F03F-30D1-4233-883F-13FF5EAEF6BA}" type="parTrans" cxnId="{810D9F3C-B720-4BD2-9A4E-1FC002618D25}">
      <dgm:prSet/>
      <dgm:spPr/>
      <dgm:t>
        <a:bodyPr/>
        <a:lstStyle/>
        <a:p>
          <a:endParaRPr kumimoji="1" lang="ja-JP" altLang="en-US"/>
        </a:p>
      </dgm:t>
    </dgm:pt>
    <dgm:pt modelId="{76678653-B3D2-465A-9781-E4152FEEBC41}" type="sibTrans" cxnId="{810D9F3C-B720-4BD2-9A4E-1FC002618D25}">
      <dgm:prSet/>
      <dgm:spPr/>
      <dgm:t>
        <a:bodyPr/>
        <a:lstStyle/>
        <a:p>
          <a:endParaRPr kumimoji="1" lang="ja-JP" altLang="en-US"/>
        </a:p>
      </dgm:t>
    </dgm:pt>
    <dgm:pt modelId="{9E4E2C04-4F07-4BB6-AD7D-5CEE65E556A3}" type="pres">
      <dgm:prSet presAssocID="{E4581A7A-4EDD-4FA3-87EC-18288CE67DCE}" presName="Name0" presStyleCnt="0">
        <dgm:presLayoutVars>
          <dgm:dir/>
          <dgm:animLvl val="lvl"/>
          <dgm:resizeHandles val="exact"/>
        </dgm:presLayoutVars>
      </dgm:prSet>
      <dgm:spPr/>
    </dgm:pt>
    <dgm:pt modelId="{397C8787-F253-48DB-BCE2-9459E59F073E}" type="pres">
      <dgm:prSet presAssocID="{D82414C8-DD53-48E1-B871-92EAF70D543E}" presName="parTxOnly" presStyleLbl="node1" presStyleIdx="0" presStyleCnt="3" custLinFactX="-2886" custLinFactNeighborX="-100000" custLinFactNeighborY="2872">
        <dgm:presLayoutVars>
          <dgm:chMax val="0"/>
          <dgm:chPref val="0"/>
          <dgm:bulletEnabled val="1"/>
        </dgm:presLayoutVars>
      </dgm:prSet>
      <dgm:spPr/>
    </dgm:pt>
    <dgm:pt modelId="{3BF8FF68-6204-4522-A11A-F191AB3A843B}" type="pres">
      <dgm:prSet presAssocID="{6D7DB1DF-BC55-4EA6-9508-82EE0F57B6B8}" presName="parTxOnlySpace" presStyleCnt="0"/>
      <dgm:spPr/>
    </dgm:pt>
    <dgm:pt modelId="{83E34CF5-A911-4D6D-B9FA-F1514297BAAB}" type="pres">
      <dgm:prSet presAssocID="{D73B5123-B888-4438-B566-95A5F2845212}" presName="parTxOnly" presStyleLbl="node1" presStyleIdx="1" presStyleCnt="3">
        <dgm:presLayoutVars>
          <dgm:chMax val="0"/>
          <dgm:chPref val="0"/>
          <dgm:bulletEnabled val="1"/>
        </dgm:presLayoutVars>
      </dgm:prSet>
      <dgm:spPr/>
    </dgm:pt>
    <dgm:pt modelId="{8908F49A-E7AB-453E-9044-CB57162357E4}" type="pres">
      <dgm:prSet presAssocID="{1A9D4365-4B70-42B5-8D0D-C12649B794FF}" presName="parTxOnlySpace" presStyleCnt="0"/>
      <dgm:spPr/>
    </dgm:pt>
    <dgm:pt modelId="{935CA7BB-0177-4967-967A-C7B7F15DF8FA}" type="pres">
      <dgm:prSet presAssocID="{0054AE93-B251-4804-B97F-C9F17527AC75}" presName="parTxOnly" presStyleLbl="node1" presStyleIdx="2" presStyleCnt="3">
        <dgm:presLayoutVars>
          <dgm:chMax val="0"/>
          <dgm:chPref val="0"/>
          <dgm:bulletEnabled val="1"/>
        </dgm:presLayoutVars>
      </dgm:prSet>
      <dgm:spPr/>
    </dgm:pt>
  </dgm:ptLst>
  <dgm:cxnLst>
    <dgm:cxn modelId="{B99BC62B-826C-4ABA-AD6E-7873E0027DC0}" type="presOf" srcId="{E4581A7A-4EDD-4FA3-87EC-18288CE67DCE}" destId="{9E4E2C04-4F07-4BB6-AD7D-5CEE65E556A3}" srcOrd="0" destOrd="0" presId="urn:microsoft.com/office/officeart/2005/8/layout/chevron1"/>
    <dgm:cxn modelId="{810D9F3C-B720-4BD2-9A4E-1FC002618D25}" srcId="{E4581A7A-4EDD-4FA3-87EC-18288CE67DCE}" destId="{0054AE93-B251-4804-B97F-C9F17527AC75}" srcOrd="2" destOrd="0" parTransId="{9640F03F-30D1-4233-883F-13FF5EAEF6BA}" sibTransId="{76678653-B3D2-465A-9781-E4152FEEBC41}"/>
    <dgm:cxn modelId="{ACF97561-BF3A-4C32-9F23-0C9A9AE4F7ED}" srcId="{E4581A7A-4EDD-4FA3-87EC-18288CE67DCE}" destId="{D82414C8-DD53-48E1-B871-92EAF70D543E}" srcOrd="0" destOrd="0" parTransId="{3790274C-224A-4139-A179-87A179E9C317}" sibTransId="{6D7DB1DF-BC55-4EA6-9508-82EE0F57B6B8}"/>
    <dgm:cxn modelId="{57B5C74E-B2B9-4BFD-946C-B4DB5CD6E3D9}" type="presOf" srcId="{0054AE93-B251-4804-B97F-C9F17527AC75}" destId="{935CA7BB-0177-4967-967A-C7B7F15DF8FA}" srcOrd="0" destOrd="0" presId="urn:microsoft.com/office/officeart/2005/8/layout/chevron1"/>
    <dgm:cxn modelId="{A9ABE697-87E6-4CD1-8BFE-50A30683C430}" type="presOf" srcId="{D73B5123-B888-4438-B566-95A5F2845212}" destId="{83E34CF5-A911-4D6D-B9FA-F1514297BAAB}" srcOrd="0" destOrd="0" presId="urn:microsoft.com/office/officeart/2005/8/layout/chevron1"/>
    <dgm:cxn modelId="{43F6A898-9AD0-4E1C-BC2B-4BCB702685D4}" type="presOf" srcId="{D82414C8-DD53-48E1-B871-92EAF70D543E}" destId="{397C8787-F253-48DB-BCE2-9459E59F073E}" srcOrd="0" destOrd="0" presId="urn:microsoft.com/office/officeart/2005/8/layout/chevron1"/>
    <dgm:cxn modelId="{2B98EAF2-A24A-4430-BE52-888958070F61}" srcId="{E4581A7A-4EDD-4FA3-87EC-18288CE67DCE}" destId="{D73B5123-B888-4438-B566-95A5F2845212}" srcOrd="1" destOrd="0" parTransId="{A46631EE-4169-495C-A52A-AC08F8A2FD47}" sibTransId="{1A9D4365-4B70-42B5-8D0D-C12649B794FF}"/>
    <dgm:cxn modelId="{EA29D804-6038-4B91-96B7-E79846BB671C}" type="presParOf" srcId="{9E4E2C04-4F07-4BB6-AD7D-5CEE65E556A3}" destId="{397C8787-F253-48DB-BCE2-9459E59F073E}" srcOrd="0" destOrd="0" presId="urn:microsoft.com/office/officeart/2005/8/layout/chevron1"/>
    <dgm:cxn modelId="{24C9F843-6190-4BDB-87C8-73AD1B370C19}" type="presParOf" srcId="{9E4E2C04-4F07-4BB6-AD7D-5CEE65E556A3}" destId="{3BF8FF68-6204-4522-A11A-F191AB3A843B}" srcOrd="1" destOrd="0" presId="urn:microsoft.com/office/officeart/2005/8/layout/chevron1"/>
    <dgm:cxn modelId="{E11C7026-19EA-4732-B6AB-EB9091DB3D4B}" type="presParOf" srcId="{9E4E2C04-4F07-4BB6-AD7D-5CEE65E556A3}" destId="{83E34CF5-A911-4D6D-B9FA-F1514297BAAB}" srcOrd="2" destOrd="0" presId="urn:microsoft.com/office/officeart/2005/8/layout/chevron1"/>
    <dgm:cxn modelId="{7308A0F0-7DC5-4565-9F2A-524AAD0DB1A0}" type="presParOf" srcId="{9E4E2C04-4F07-4BB6-AD7D-5CEE65E556A3}" destId="{8908F49A-E7AB-453E-9044-CB57162357E4}" srcOrd="3" destOrd="0" presId="urn:microsoft.com/office/officeart/2005/8/layout/chevron1"/>
    <dgm:cxn modelId="{DB151A86-9E3E-45D7-B7AB-06DF68713EBC}" type="presParOf" srcId="{9E4E2C04-4F07-4BB6-AD7D-5CEE65E556A3}" destId="{935CA7BB-0177-4967-967A-C7B7F15DF8FA}" srcOrd="4" destOrd="0" presId="urn:microsoft.com/office/officeart/2005/8/layout/chevro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FC16F4-C9E6-469A-8BE7-E86478ACB0A1}"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kumimoji="1" lang="ja-JP" altLang="en-US"/>
        </a:p>
      </dgm:t>
    </dgm:pt>
    <dgm:pt modelId="{7CF514DD-EEAB-4D79-B2B7-0C89904A7F7B}">
      <dgm:prSet phldrT="[テキスト]"/>
      <dgm:spPr/>
      <dgm:t>
        <a:bodyPr/>
        <a:lstStyle/>
        <a:p>
          <a:pPr>
            <a:defRPr b="1"/>
          </a:pPr>
          <a:r>
            <a:rPr kumimoji="1" lang="en-US" altLang="ja-JP" dirty="0"/>
            <a:t>Integrity</a:t>
          </a:r>
          <a:endParaRPr kumimoji="1" lang="ja-JP" altLang="en-US" dirty="0"/>
        </a:p>
      </dgm:t>
    </dgm:pt>
    <dgm:pt modelId="{40E0AAB3-5C77-42C1-B6F6-39A5A407B686}" type="parTrans" cxnId="{1AB7BE90-BC9B-4FB3-9757-13E964765230}">
      <dgm:prSet/>
      <dgm:spPr/>
      <dgm:t>
        <a:bodyPr/>
        <a:lstStyle/>
        <a:p>
          <a:endParaRPr kumimoji="1" lang="ja-JP" altLang="en-US"/>
        </a:p>
      </dgm:t>
    </dgm:pt>
    <dgm:pt modelId="{A34F6AC4-876D-48D8-98A9-BA19833D1EC2}" type="sibTrans" cxnId="{1AB7BE90-BC9B-4FB3-9757-13E964765230}">
      <dgm:prSet/>
      <dgm:spPr/>
      <dgm:t>
        <a:bodyPr/>
        <a:lstStyle/>
        <a:p>
          <a:endParaRPr kumimoji="1" lang="ja-JP" altLang="en-US"/>
        </a:p>
      </dgm:t>
    </dgm:pt>
    <dgm:pt modelId="{9D544463-E365-43E3-A82D-CA68C5022564}">
      <dgm:prSet phldrT="[テキスト]"/>
      <dgm:spPr/>
      <dgm:t>
        <a:bodyPr/>
        <a:lstStyle/>
        <a:p>
          <a:pPr>
            <a:lnSpc>
              <a:spcPct val="100000"/>
            </a:lnSpc>
          </a:pPr>
          <a:r>
            <a:rPr kumimoji="1" lang="en-US" altLang="ja-JP" dirty="0"/>
            <a:t>EM/SP/OP HL remains on ONC page while these products have been moved to Hema</a:t>
          </a:r>
          <a:endParaRPr kumimoji="1" lang="ja-JP" altLang="en-US" dirty="0"/>
        </a:p>
      </dgm:t>
    </dgm:pt>
    <dgm:pt modelId="{D4FE8E41-304F-4BF7-8794-31BAB591DF25}" type="parTrans" cxnId="{4FCFA5C2-E348-407E-AADC-594D919E3E59}">
      <dgm:prSet/>
      <dgm:spPr/>
      <dgm:t>
        <a:bodyPr/>
        <a:lstStyle/>
        <a:p>
          <a:endParaRPr kumimoji="1" lang="ja-JP" altLang="en-US"/>
        </a:p>
      </dgm:t>
    </dgm:pt>
    <dgm:pt modelId="{E81471FD-C3CA-481D-824A-9BC7C71E11CD}" type="sibTrans" cxnId="{4FCFA5C2-E348-407E-AADC-594D919E3E59}">
      <dgm:prSet/>
      <dgm:spPr/>
      <dgm:t>
        <a:bodyPr/>
        <a:lstStyle/>
        <a:p>
          <a:endParaRPr kumimoji="1" lang="ja-JP" altLang="en-US"/>
        </a:p>
      </dgm:t>
    </dgm:pt>
    <dgm:pt modelId="{7A9EAA6D-7CBA-4940-B2B6-7826C16E6418}">
      <dgm:prSet phldrT="[テキスト]"/>
      <dgm:spPr/>
      <dgm:t>
        <a:bodyPr/>
        <a:lstStyle/>
        <a:p>
          <a:pPr>
            <a:lnSpc>
              <a:spcPct val="100000"/>
            </a:lnSpc>
          </a:pPr>
          <a:r>
            <a:rPr kumimoji="1" lang="en-US" altLang="ja-JP" dirty="0"/>
            <a:t>Product picklist value OPDIVO EC which is in use, does not match downstream C-SCOR report criteria, leading a data leakage of OPDIVO ESOPHAGEAL prescription data in C-SCOR report.  </a:t>
          </a:r>
          <a:endParaRPr kumimoji="1" lang="ja-JP" altLang="en-US" dirty="0"/>
        </a:p>
      </dgm:t>
    </dgm:pt>
    <dgm:pt modelId="{D4EA71F3-6D5C-4950-AD0A-8ED0BE78D5CC}" type="parTrans" cxnId="{3866305C-B93F-4382-9031-1A26498FF86E}">
      <dgm:prSet/>
      <dgm:spPr/>
      <dgm:t>
        <a:bodyPr/>
        <a:lstStyle/>
        <a:p>
          <a:endParaRPr kumimoji="1" lang="ja-JP" altLang="en-US"/>
        </a:p>
      </dgm:t>
    </dgm:pt>
    <dgm:pt modelId="{2EA746DF-3CBA-4D9B-AEB1-EDFDBC7294E0}" type="sibTrans" cxnId="{3866305C-B93F-4382-9031-1A26498FF86E}">
      <dgm:prSet/>
      <dgm:spPr/>
      <dgm:t>
        <a:bodyPr/>
        <a:lstStyle/>
        <a:p>
          <a:endParaRPr kumimoji="1" lang="ja-JP" altLang="en-US"/>
        </a:p>
      </dgm:t>
    </dgm:pt>
    <dgm:pt modelId="{A427773C-12CE-46A6-97F3-0E23069DD686}">
      <dgm:prSet phldrT="[テキスト]"/>
      <dgm:spPr/>
      <dgm:t>
        <a:bodyPr/>
        <a:lstStyle/>
        <a:p>
          <a:pPr>
            <a:defRPr b="1"/>
          </a:pPr>
          <a:r>
            <a:rPr kumimoji="1" lang="en-US" altLang="ja-JP" dirty="0"/>
            <a:t>Limitation</a:t>
          </a:r>
          <a:endParaRPr kumimoji="1" lang="ja-JP" altLang="en-US" dirty="0"/>
        </a:p>
      </dgm:t>
    </dgm:pt>
    <dgm:pt modelId="{ADEDA349-A568-4A7F-87B2-05629D7DB1A4}" type="parTrans" cxnId="{C8BE374B-A8B9-4564-AD78-48D368F9EA99}">
      <dgm:prSet/>
      <dgm:spPr/>
      <dgm:t>
        <a:bodyPr/>
        <a:lstStyle/>
        <a:p>
          <a:endParaRPr kumimoji="1" lang="ja-JP" altLang="en-US"/>
        </a:p>
      </dgm:t>
    </dgm:pt>
    <dgm:pt modelId="{D4326B94-B8DD-4C85-9486-28BC3588BA64}" type="sibTrans" cxnId="{C8BE374B-A8B9-4564-AD78-48D368F9EA99}">
      <dgm:prSet/>
      <dgm:spPr/>
      <dgm:t>
        <a:bodyPr/>
        <a:lstStyle/>
        <a:p>
          <a:endParaRPr kumimoji="1" lang="ja-JP" altLang="en-US"/>
        </a:p>
      </dgm:t>
    </dgm:pt>
    <dgm:pt modelId="{5FDDCEF1-91E6-4F33-B15B-8A6ABF50C3FE}">
      <dgm:prSet phldrT="[テキスト]"/>
      <dgm:spPr/>
      <dgm:t>
        <a:bodyPr/>
        <a:lstStyle/>
        <a:p>
          <a:pPr>
            <a:lnSpc>
              <a:spcPct val="100000"/>
            </a:lnSpc>
          </a:pPr>
          <a:r>
            <a:rPr lang="en-US" altLang="ja-JP" dirty="0"/>
            <a:t>Need to upload survey target list every month. Preparing survey target list involves field workers, FFE team, support team. FFE team confirm Dr. information collected from field and provide a list to support team. Support team then process the list to a CSV file to upload. This brings high lead time and extra workload to all parties involved. </a:t>
          </a:r>
          <a:endParaRPr kumimoji="1" lang="ja-JP" altLang="en-US" dirty="0"/>
        </a:p>
      </dgm:t>
    </dgm:pt>
    <dgm:pt modelId="{F2D57C39-5C53-4B4A-877B-658B54E1C788}" type="parTrans" cxnId="{2EB80F7D-F4AB-4638-B980-B0C6C22CE4A9}">
      <dgm:prSet/>
      <dgm:spPr/>
      <dgm:t>
        <a:bodyPr/>
        <a:lstStyle/>
        <a:p>
          <a:endParaRPr kumimoji="1" lang="ja-JP" altLang="en-US"/>
        </a:p>
      </dgm:t>
    </dgm:pt>
    <dgm:pt modelId="{DB04269A-ED13-4B89-B651-1873AEFD66D3}" type="sibTrans" cxnId="{2EB80F7D-F4AB-4638-B980-B0C6C22CE4A9}">
      <dgm:prSet/>
      <dgm:spPr/>
      <dgm:t>
        <a:bodyPr/>
        <a:lstStyle/>
        <a:p>
          <a:endParaRPr kumimoji="1" lang="ja-JP" altLang="en-US"/>
        </a:p>
      </dgm:t>
    </dgm:pt>
    <dgm:pt modelId="{A9250AA9-3525-4104-BE6E-D1821BD14900}">
      <dgm:prSet phldrT="[テキスト]"/>
      <dgm:spPr/>
      <dgm:t>
        <a:bodyPr/>
        <a:lstStyle/>
        <a:p>
          <a:pPr>
            <a:defRPr b="1"/>
          </a:pPr>
          <a:r>
            <a:rPr kumimoji="1" lang="en-US" altLang="ja-JP" dirty="0"/>
            <a:t>Alliance </a:t>
          </a:r>
          <a:endParaRPr kumimoji="1" lang="ja-JP" altLang="en-US" dirty="0"/>
        </a:p>
      </dgm:t>
    </dgm:pt>
    <dgm:pt modelId="{E2BC01D2-2B4E-44FD-A704-18AE5447330E}" type="parTrans" cxnId="{C79D40B7-838F-4080-A1F7-C662298A29D7}">
      <dgm:prSet/>
      <dgm:spPr/>
      <dgm:t>
        <a:bodyPr/>
        <a:lstStyle/>
        <a:p>
          <a:endParaRPr kumimoji="1" lang="ja-JP" altLang="en-US"/>
        </a:p>
      </dgm:t>
    </dgm:pt>
    <dgm:pt modelId="{D323EE52-90B6-41CE-9589-656CB7D452AE}" type="sibTrans" cxnId="{C79D40B7-838F-4080-A1F7-C662298A29D7}">
      <dgm:prSet/>
      <dgm:spPr/>
      <dgm:t>
        <a:bodyPr/>
        <a:lstStyle/>
        <a:p>
          <a:endParaRPr kumimoji="1" lang="ja-JP" altLang="en-US"/>
        </a:p>
      </dgm:t>
    </dgm:pt>
    <dgm:pt modelId="{82922396-32F9-4679-9FD5-43DB34525E20}" type="pres">
      <dgm:prSet presAssocID="{86FC16F4-C9E6-469A-8BE7-E86478ACB0A1}" presName="linear" presStyleCnt="0">
        <dgm:presLayoutVars>
          <dgm:animLvl val="lvl"/>
          <dgm:resizeHandles val="exact"/>
        </dgm:presLayoutVars>
      </dgm:prSet>
      <dgm:spPr/>
    </dgm:pt>
    <dgm:pt modelId="{099368C7-79D7-4ED8-8527-AAC68553C419}" type="pres">
      <dgm:prSet presAssocID="{7CF514DD-EEAB-4D79-B2B7-0C89904A7F7B}" presName="parentText" presStyleLbl="node1" presStyleIdx="0" presStyleCnt="3">
        <dgm:presLayoutVars>
          <dgm:chMax val="0"/>
          <dgm:bulletEnabled val="1"/>
        </dgm:presLayoutVars>
      </dgm:prSet>
      <dgm:spPr/>
    </dgm:pt>
    <dgm:pt modelId="{518C90FD-22B5-4A4D-8544-E479D692A18A}" type="pres">
      <dgm:prSet presAssocID="{7CF514DD-EEAB-4D79-B2B7-0C89904A7F7B}" presName="childText" presStyleLbl="revTx" presStyleIdx="0" presStyleCnt="2">
        <dgm:presLayoutVars>
          <dgm:bulletEnabled val="1"/>
        </dgm:presLayoutVars>
      </dgm:prSet>
      <dgm:spPr/>
    </dgm:pt>
    <dgm:pt modelId="{F69416AE-C7B3-4618-9457-D32565EB56CE}" type="pres">
      <dgm:prSet presAssocID="{A427773C-12CE-46A6-97F3-0E23069DD686}" presName="parentText" presStyleLbl="node1" presStyleIdx="1" presStyleCnt="3">
        <dgm:presLayoutVars>
          <dgm:chMax val="0"/>
          <dgm:bulletEnabled val="1"/>
        </dgm:presLayoutVars>
      </dgm:prSet>
      <dgm:spPr/>
    </dgm:pt>
    <dgm:pt modelId="{573EA977-942F-46B1-AF69-E437FE412517}" type="pres">
      <dgm:prSet presAssocID="{A427773C-12CE-46A6-97F3-0E23069DD686}" presName="childText" presStyleLbl="revTx" presStyleIdx="1" presStyleCnt="2">
        <dgm:presLayoutVars>
          <dgm:bulletEnabled val="1"/>
        </dgm:presLayoutVars>
      </dgm:prSet>
      <dgm:spPr/>
    </dgm:pt>
    <dgm:pt modelId="{7A130B53-B195-42B8-96C4-A38E0FF2B97A}" type="pres">
      <dgm:prSet presAssocID="{A9250AA9-3525-4104-BE6E-D1821BD14900}" presName="parentText" presStyleLbl="node1" presStyleIdx="2" presStyleCnt="3">
        <dgm:presLayoutVars>
          <dgm:chMax val="0"/>
          <dgm:bulletEnabled val="1"/>
        </dgm:presLayoutVars>
      </dgm:prSet>
      <dgm:spPr/>
    </dgm:pt>
  </dgm:ptLst>
  <dgm:cxnLst>
    <dgm:cxn modelId="{C6CAAA0B-961C-4788-870A-5FDC4A2CFC56}" type="presOf" srcId="{7A9EAA6D-7CBA-4940-B2B6-7826C16E6418}" destId="{518C90FD-22B5-4A4D-8544-E479D692A18A}" srcOrd="0" destOrd="1" presId="urn:microsoft.com/office/officeart/2005/8/layout/vList2"/>
    <dgm:cxn modelId="{6AC86026-733F-4780-AA26-54E4F63E50A5}" type="presOf" srcId="{86FC16F4-C9E6-469A-8BE7-E86478ACB0A1}" destId="{82922396-32F9-4679-9FD5-43DB34525E20}" srcOrd="0" destOrd="0" presId="urn:microsoft.com/office/officeart/2005/8/layout/vList2"/>
    <dgm:cxn modelId="{FCE7593F-1123-4EC2-AB3F-B6B1EFF8E9E5}" type="presOf" srcId="{7CF514DD-EEAB-4D79-B2B7-0C89904A7F7B}" destId="{099368C7-79D7-4ED8-8527-AAC68553C419}" srcOrd="0" destOrd="0" presId="urn:microsoft.com/office/officeart/2005/8/layout/vList2"/>
    <dgm:cxn modelId="{3866305C-B93F-4382-9031-1A26498FF86E}" srcId="{7CF514DD-EEAB-4D79-B2B7-0C89904A7F7B}" destId="{7A9EAA6D-7CBA-4940-B2B6-7826C16E6418}" srcOrd="1" destOrd="0" parTransId="{D4EA71F3-6D5C-4950-AD0A-8ED0BE78D5CC}" sibTransId="{2EA746DF-3CBA-4D9B-AEB1-EDFDBC7294E0}"/>
    <dgm:cxn modelId="{C8BE374B-A8B9-4564-AD78-48D368F9EA99}" srcId="{86FC16F4-C9E6-469A-8BE7-E86478ACB0A1}" destId="{A427773C-12CE-46A6-97F3-0E23069DD686}" srcOrd="1" destOrd="0" parTransId="{ADEDA349-A568-4A7F-87B2-05629D7DB1A4}" sibTransId="{D4326B94-B8DD-4C85-9486-28BC3588BA64}"/>
    <dgm:cxn modelId="{83C1716B-988D-47BD-A2BC-D0EC869AABAB}" type="presOf" srcId="{A427773C-12CE-46A6-97F3-0E23069DD686}" destId="{F69416AE-C7B3-4618-9457-D32565EB56CE}" srcOrd="0" destOrd="0" presId="urn:microsoft.com/office/officeart/2005/8/layout/vList2"/>
    <dgm:cxn modelId="{2EB80F7D-F4AB-4638-B980-B0C6C22CE4A9}" srcId="{A427773C-12CE-46A6-97F3-0E23069DD686}" destId="{5FDDCEF1-91E6-4F33-B15B-8A6ABF50C3FE}" srcOrd="0" destOrd="0" parTransId="{F2D57C39-5C53-4B4A-877B-658B54E1C788}" sibTransId="{DB04269A-ED13-4B89-B651-1873AEFD66D3}"/>
    <dgm:cxn modelId="{1AB7BE90-BC9B-4FB3-9757-13E964765230}" srcId="{86FC16F4-C9E6-469A-8BE7-E86478ACB0A1}" destId="{7CF514DD-EEAB-4D79-B2B7-0C89904A7F7B}" srcOrd="0" destOrd="0" parTransId="{40E0AAB3-5C77-42C1-B6F6-39A5A407B686}" sibTransId="{A34F6AC4-876D-48D8-98A9-BA19833D1EC2}"/>
    <dgm:cxn modelId="{C79D40B7-838F-4080-A1F7-C662298A29D7}" srcId="{86FC16F4-C9E6-469A-8BE7-E86478ACB0A1}" destId="{A9250AA9-3525-4104-BE6E-D1821BD14900}" srcOrd="2" destOrd="0" parTransId="{E2BC01D2-2B4E-44FD-A704-18AE5447330E}" sibTransId="{D323EE52-90B6-41CE-9589-656CB7D452AE}"/>
    <dgm:cxn modelId="{BC75ADBE-FA7F-4EF4-A6C2-A243B08CE7CA}" type="presOf" srcId="{5FDDCEF1-91E6-4F33-B15B-8A6ABF50C3FE}" destId="{573EA977-942F-46B1-AF69-E437FE412517}" srcOrd="0" destOrd="0" presId="urn:microsoft.com/office/officeart/2005/8/layout/vList2"/>
    <dgm:cxn modelId="{4FCFA5C2-E348-407E-AADC-594D919E3E59}" srcId="{7CF514DD-EEAB-4D79-B2B7-0C89904A7F7B}" destId="{9D544463-E365-43E3-A82D-CA68C5022564}" srcOrd="0" destOrd="0" parTransId="{D4FE8E41-304F-4BF7-8794-31BAB591DF25}" sibTransId="{E81471FD-C3CA-481D-824A-9BC7C71E11CD}"/>
    <dgm:cxn modelId="{DB1A4CDC-AD92-480F-9B7A-D2A7309471E5}" type="presOf" srcId="{A9250AA9-3525-4104-BE6E-D1821BD14900}" destId="{7A130B53-B195-42B8-96C4-A38E0FF2B97A}" srcOrd="0" destOrd="0" presId="urn:microsoft.com/office/officeart/2005/8/layout/vList2"/>
    <dgm:cxn modelId="{DED675E4-FBEF-432F-9724-60ABFE3B833D}" type="presOf" srcId="{9D544463-E365-43E3-A82D-CA68C5022564}" destId="{518C90FD-22B5-4A4D-8544-E479D692A18A}" srcOrd="0" destOrd="0" presId="urn:microsoft.com/office/officeart/2005/8/layout/vList2"/>
    <dgm:cxn modelId="{1C17E1E6-3279-4C9A-9E05-844621A0AC47}" type="presParOf" srcId="{82922396-32F9-4679-9FD5-43DB34525E20}" destId="{099368C7-79D7-4ED8-8527-AAC68553C419}" srcOrd="0" destOrd="0" presId="urn:microsoft.com/office/officeart/2005/8/layout/vList2"/>
    <dgm:cxn modelId="{A3C62C52-B930-4F66-8B59-C5F09F176AA1}" type="presParOf" srcId="{82922396-32F9-4679-9FD5-43DB34525E20}" destId="{518C90FD-22B5-4A4D-8544-E479D692A18A}" srcOrd="1" destOrd="0" presId="urn:microsoft.com/office/officeart/2005/8/layout/vList2"/>
    <dgm:cxn modelId="{3EC86A1C-8284-4249-844E-97544E8BDFA6}" type="presParOf" srcId="{82922396-32F9-4679-9FD5-43DB34525E20}" destId="{F69416AE-C7B3-4618-9457-D32565EB56CE}" srcOrd="2" destOrd="0" presId="urn:microsoft.com/office/officeart/2005/8/layout/vList2"/>
    <dgm:cxn modelId="{79FF73F0-3090-4170-BF41-304E82328FC9}" type="presParOf" srcId="{82922396-32F9-4679-9FD5-43DB34525E20}" destId="{573EA977-942F-46B1-AF69-E437FE412517}" srcOrd="3" destOrd="0" presId="urn:microsoft.com/office/officeart/2005/8/layout/vList2"/>
    <dgm:cxn modelId="{400E569A-0B14-4FBA-A36E-4C23A117DA45}" type="presParOf" srcId="{82922396-32F9-4679-9FD5-43DB34525E20}" destId="{7A130B53-B195-42B8-96C4-A38E0FF2B97A}"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F2E48D6-5597-46FC-9D70-EAF2C9084CE0}" type="doc">
      <dgm:prSet loTypeId="urn:microsoft.com/office/officeart/2018/5/layout/CenteredIconLabelDescriptionList" loCatId="icon" qsTypeId="urn:microsoft.com/office/officeart/2005/8/quickstyle/simple1" qsCatId="simple" csTypeId="urn:microsoft.com/office/officeart/2018/5/colors/Iconchunking_neutralbg_accent2_2" csCatId="accent2" phldr="1"/>
      <dgm:spPr/>
      <dgm:t>
        <a:bodyPr/>
        <a:lstStyle/>
        <a:p>
          <a:endParaRPr kumimoji="1" lang="ja-JP" altLang="en-US"/>
        </a:p>
      </dgm:t>
    </dgm:pt>
    <dgm:pt modelId="{B4FBEAE6-BD48-4E95-B617-81B6423E880C}">
      <dgm:prSet phldrT="[テキスト]"/>
      <dgm:spPr/>
      <dgm:t>
        <a:bodyPr/>
        <a:lstStyle/>
        <a:p>
          <a:pPr>
            <a:lnSpc>
              <a:spcPct val="100000"/>
            </a:lnSpc>
            <a:defRPr b="1"/>
          </a:pPr>
          <a:r>
            <a:rPr kumimoji="1" lang="en-US" altLang="ja-JP" dirty="0"/>
            <a:t>ONC1</a:t>
          </a:r>
          <a:endParaRPr kumimoji="1" lang="ja-JP" altLang="en-US" dirty="0"/>
        </a:p>
      </dgm:t>
    </dgm:pt>
    <dgm:pt modelId="{9EAD5F1C-77F2-40DD-A5A1-6063EC8D2174}" type="parTrans" cxnId="{39E277F0-B1DF-44F2-88F4-63C515B33C8C}">
      <dgm:prSet/>
      <dgm:spPr/>
      <dgm:t>
        <a:bodyPr/>
        <a:lstStyle/>
        <a:p>
          <a:endParaRPr kumimoji="1" lang="ja-JP" altLang="en-US"/>
        </a:p>
      </dgm:t>
    </dgm:pt>
    <dgm:pt modelId="{E0DB7457-1F7D-43D4-B199-B38786DBF544}" type="sibTrans" cxnId="{39E277F0-B1DF-44F2-88F4-63C515B33C8C}">
      <dgm:prSet/>
      <dgm:spPr/>
      <dgm:t>
        <a:bodyPr/>
        <a:lstStyle/>
        <a:p>
          <a:endParaRPr kumimoji="1" lang="ja-JP" altLang="en-US"/>
        </a:p>
      </dgm:t>
    </dgm:pt>
    <dgm:pt modelId="{87F44B58-1A53-4A97-962D-87B4B237F315}">
      <dgm:prSet phldrT="[テキスト]"/>
      <dgm:spPr/>
      <dgm:t>
        <a:bodyPr/>
        <a:lstStyle/>
        <a:p>
          <a:pPr algn="l">
            <a:lnSpc>
              <a:spcPct val="100000"/>
            </a:lnSpc>
          </a:pPr>
          <a:r>
            <a:rPr kumimoji="1" lang="en-US" altLang="ja-JP" dirty="0"/>
            <a:t>Use patient prescription follow up instead advanced survey</a:t>
          </a:r>
          <a:endParaRPr kumimoji="1" lang="ja-JP" altLang="en-US" dirty="0"/>
        </a:p>
      </dgm:t>
    </dgm:pt>
    <dgm:pt modelId="{A527102B-5C8A-4A2A-B6A6-40BF0BCDC597}" type="parTrans" cxnId="{1533BE7B-7373-485F-A0FE-3A05978A035F}">
      <dgm:prSet/>
      <dgm:spPr/>
      <dgm:t>
        <a:bodyPr/>
        <a:lstStyle/>
        <a:p>
          <a:endParaRPr kumimoji="1" lang="ja-JP" altLang="en-US"/>
        </a:p>
      </dgm:t>
    </dgm:pt>
    <dgm:pt modelId="{742D00A6-B3BB-43BF-98C8-AB27135078AB}" type="sibTrans" cxnId="{1533BE7B-7373-485F-A0FE-3A05978A035F}">
      <dgm:prSet/>
      <dgm:spPr/>
      <dgm:t>
        <a:bodyPr/>
        <a:lstStyle/>
        <a:p>
          <a:endParaRPr kumimoji="1" lang="ja-JP" altLang="en-US"/>
        </a:p>
      </dgm:t>
    </dgm:pt>
    <dgm:pt modelId="{2F2025E0-BC3D-4E71-8D53-0C4C9C853B3F}">
      <dgm:prSet phldrT="[テキスト]"/>
      <dgm:spPr/>
      <dgm:t>
        <a:bodyPr/>
        <a:lstStyle/>
        <a:p>
          <a:pPr>
            <a:lnSpc>
              <a:spcPct val="100000"/>
            </a:lnSpc>
            <a:defRPr b="1"/>
          </a:pPr>
          <a:r>
            <a:rPr kumimoji="1" lang="en-US" altLang="ja-JP" dirty="0"/>
            <a:t>ONC2</a:t>
          </a:r>
          <a:endParaRPr kumimoji="1" lang="ja-JP" altLang="en-US" dirty="0"/>
        </a:p>
      </dgm:t>
    </dgm:pt>
    <dgm:pt modelId="{1C138570-07F1-490D-84B2-5A8ECC541CF9}" type="parTrans" cxnId="{DF4E7980-0739-444E-9B21-416E23AC576D}">
      <dgm:prSet/>
      <dgm:spPr/>
      <dgm:t>
        <a:bodyPr/>
        <a:lstStyle/>
        <a:p>
          <a:endParaRPr kumimoji="1" lang="ja-JP" altLang="en-US"/>
        </a:p>
      </dgm:t>
    </dgm:pt>
    <dgm:pt modelId="{100CA720-2CE8-4895-8A9B-255E236B5961}" type="sibTrans" cxnId="{DF4E7980-0739-444E-9B21-416E23AC576D}">
      <dgm:prSet/>
      <dgm:spPr/>
      <dgm:t>
        <a:bodyPr/>
        <a:lstStyle/>
        <a:p>
          <a:endParaRPr kumimoji="1" lang="ja-JP" altLang="en-US"/>
        </a:p>
      </dgm:t>
    </dgm:pt>
    <dgm:pt modelId="{67124D33-4A46-4DA1-8A19-FCD662B0E483}">
      <dgm:prSet phldrT="[テキスト]"/>
      <dgm:spPr/>
      <dgm:t>
        <a:bodyPr/>
        <a:lstStyle/>
        <a:p>
          <a:pPr algn="l">
            <a:lnSpc>
              <a:spcPct val="100000"/>
            </a:lnSpc>
          </a:pPr>
          <a:r>
            <a:rPr kumimoji="1" lang="en-US" altLang="ja-JP" dirty="0"/>
            <a:t>Remove/partially remove fields/dependencies from ONC page</a:t>
          </a:r>
          <a:endParaRPr kumimoji="1" lang="ja-JP" altLang="en-US" dirty="0"/>
        </a:p>
      </dgm:t>
    </dgm:pt>
    <dgm:pt modelId="{E1F3A353-BDEB-4FB8-A1FD-9F39075A2D99}" type="parTrans" cxnId="{4963615B-A150-42CE-84F9-F2368D22C796}">
      <dgm:prSet/>
      <dgm:spPr/>
      <dgm:t>
        <a:bodyPr/>
        <a:lstStyle/>
        <a:p>
          <a:endParaRPr kumimoji="1" lang="ja-JP" altLang="en-US"/>
        </a:p>
      </dgm:t>
    </dgm:pt>
    <dgm:pt modelId="{76215300-F8D3-489E-A43B-B1BFF3106C39}" type="sibTrans" cxnId="{4963615B-A150-42CE-84F9-F2368D22C796}">
      <dgm:prSet/>
      <dgm:spPr/>
      <dgm:t>
        <a:bodyPr/>
        <a:lstStyle/>
        <a:p>
          <a:endParaRPr kumimoji="1" lang="ja-JP" altLang="en-US"/>
        </a:p>
      </dgm:t>
    </dgm:pt>
    <dgm:pt modelId="{93356F8F-F110-4A60-A548-01D1CDF25D42}">
      <dgm:prSet phldrT="[テキスト]"/>
      <dgm:spPr/>
      <dgm:t>
        <a:bodyPr/>
        <a:lstStyle/>
        <a:p>
          <a:pPr algn="l">
            <a:lnSpc>
              <a:spcPct val="100000"/>
            </a:lnSpc>
          </a:pPr>
          <a:r>
            <a:rPr kumimoji="1" lang="en-US" altLang="ja-JP" dirty="0"/>
            <a:t>Change product picklist value OPDIVO EC to OPDIVO ESOPHAGEAL </a:t>
          </a:r>
          <a:endParaRPr kumimoji="1" lang="ja-JP" altLang="en-US" dirty="0"/>
        </a:p>
      </dgm:t>
    </dgm:pt>
    <dgm:pt modelId="{EE11B263-9803-4CEF-A689-FC5A4D53CE76}" type="parTrans" cxnId="{A01ED10A-AD87-4221-81C0-08DBA3D88880}">
      <dgm:prSet/>
      <dgm:spPr/>
      <dgm:t>
        <a:bodyPr/>
        <a:lstStyle/>
        <a:p>
          <a:endParaRPr kumimoji="1" lang="ja-JP" altLang="en-US"/>
        </a:p>
      </dgm:t>
    </dgm:pt>
    <dgm:pt modelId="{BD3C706D-D3C7-45B6-835D-FD977C95DA32}" type="sibTrans" cxnId="{A01ED10A-AD87-4221-81C0-08DBA3D88880}">
      <dgm:prSet/>
      <dgm:spPr/>
      <dgm:t>
        <a:bodyPr/>
        <a:lstStyle/>
        <a:p>
          <a:endParaRPr kumimoji="1" lang="ja-JP" altLang="en-US"/>
        </a:p>
      </dgm:t>
    </dgm:pt>
    <dgm:pt modelId="{5AA06998-C145-42B3-91CF-C1930D043777}" type="pres">
      <dgm:prSet presAssocID="{EF2E48D6-5597-46FC-9D70-EAF2C9084CE0}" presName="root" presStyleCnt="0">
        <dgm:presLayoutVars>
          <dgm:dir/>
          <dgm:resizeHandles val="exact"/>
        </dgm:presLayoutVars>
      </dgm:prSet>
      <dgm:spPr/>
    </dgm:pt>
    <dgm:pt modelId="{80BE0D72-B094-4E19-95BD-86223CF26238}" type="pres">
      <dgm:prSet presAssocID="{B4FBEAE6-BD48-4E95-B617-81B6423E880C}" presName="compNode" presStyleCnt="0"/>
      <dgm:spPr/>
    </dgm:pt>
    <dgm:pt modelId="{14CF0166-E54C-4290-9433-6F2EB66C49CE}" type="pres">
      <dgm:prSet presAssocID="{B4FBEAE6-BD48-4E95-B617-81B6423E880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ight Pointing Backhand Index"/>
        </a:ext>
      </dgm:extLst>
    </dgm:pt>
    <dgm:pt modelId="{A50D5DC3-A10D-4D3F-95A6-E818A7B4799F}" type="pres">
      <dgm:prSet presAssocID="{B4FBEAE6-BD48-4E95-B617-81B6423E880C}" presName="iconSpace" presStyleCnt="0"/>
      <dgm:spPr/>
    </dgm:pt>
    <dgm:pt modelId="{E1ABBAEA-1D85-41C8-A15C-8DA90404E452}" type="pres">
      <dgm:prSet presAssocID="{B4FBEAE6-BD48-4E95-B617-81B6423E880C}" presName="parTx" presStyleLbl="revTx" presStyleIdx="0" presStyleCnt="4">
        <dgm:presLayoutVars>
          <dgm:chMax val="0"/>
          <dgm:chPref val="0"/>
        </dgm:presLayoutVars>
      </dgm:prSet>
      <dgm:spPr/>
    </dgm:pt>
    <dgm:pt modelId="{5E08718A-6CD9-4961-97D9-4EB8447A9C31}" type="pres">
      <dgm:prSet presAssocID="{B4FBEAE6-BD48-4E95-B617-81B6423E880C}" presName="txSpace" presStyleCnt="0"/>
      <dgm:spPr/>
    </dgm:pt>
    <dgm:pt modelId="{1D1B87A5-070C-4E3D-8071-95634A4F29F2}" type="pres">
      <dgm:prSet presAssocID="{B4FBEAE6-BD48-4E95-B617-81B6423E880C}" presName="desTx" presStyleLbl="revTx" presStyleIdx="1" presStyleCnt="4">
        <dgm:presLayoutVars/>
      </dgm:prSet>
      <dgm:spPr/>
    </dgm:pt>
    <dgm:pt modelId="{94977D81-A2B7-4FC5-B9F5-0C5D403568B7}" type="pres">
      <dgm:prSet presAssocID="{E0DB7457-1F7D-43D4-B199-B38786DBF544}" presName="sibTrans" presStyleCnt="0"/>
      <dgm:spPr/>
    </dgm:pt>
    <dgm:pt modelId="{59327287-66D7-4012-BCDE-D776A676C424}" type="pres">
      <dgm:prSet presAssocID="{2F2025E0-BC3D-4E71-8D53-0C4C9C853B3F}" presName="compNode" presStyleCnt="0"/>
      <dgm:spPr/>
    </dgm:pt>
    <dgm:pt modelId="{DBE9F2F4-54EB-4F7E-9853-68430302F193}" type="pres">
      <dgm:prSet presAssocID="{2F2025E0-BC3D-4E71-8D53-0C4C9C853B3F}" presName="iconRect" presStyleLbl="node1" presStyleIdx="1" presStyleCnt="2" custLinFactNeighborX="310" custLinFactNeighborY="7629"/>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2000" b="-2000"/>
          </a:stretch>
        </a:blipFill>
        <a:ln>
          <a:noFill/>
        </a:ln>
      </dgm:spPr>
      <dgm:extLst>
        <a:ext uri="{E40237B7-FDA0-4F09-8148-C483321AD2D9}">
          <dgm14:cNvPr xmlns:dgm14="http://schemas.microsoft.com/office/drawing/2010/diagram" id="0" name="" descr="紙"/>
        </a:ext>
      </dgm:extLst>
    </dgm:pt>
    <dgm:pt modelId="{402F2663-6A04-456C-9254-3DC054F567BB}" type="pres">
      <dgm:prSet presAssocID="{2F2025E0-BC3D-4E71-8D53-0C4C9C853B3F}" presName="iconSpace" presStyleCnt="0"/>
      <dgm:spPr/>
    </dgm:pt>
    <dgm:pt modelId="{FAE4E8F6-F3A4-433F-A44B-E883514C6FBA}" type="pres">
      <dgm:prSet presAssocID="{2F2025E0-BC3D-4E71-8D53-0C4C9C853B3F}" presName="parTx" presStyleLbl="revTx" presStyleIdx="2" presStyleCnt="4">
        <dgm:presLayoutVars>
          <dgm:chMax val="0"/>
          <dgm:chPref val="0"/>
        </dgm:presLayoutVars>
      </dgm:prSet>
      <dgm:spPr/>
    </dgm:pt>
    <dgm:pt modelId="{1CC54BF4-A097-42B2-A9E2-257BB355C361}" type="pres">
      <dgm:prSet presAssocID="{2F2025E0-BC3D-4E71-8D53-0C4C9C853B3F}" presName="txSpace" presStyleCnt="0"/>
      <dgm:spPr/>
    </dgm:pt>
    <dgm:pt modelId="{D61BE490-D81D-421A-A575-B37E5DD11639}" type="pres">
      <dgm:prSet presAssocID="{2F2025E0-BC3D-4E71-8D53-0C4C9C853B3F}" presName="desTx" presStyleLbl="revTx" presStyleIdx="3" presStyleCnt="4">
        <dgm:presLayoutVars/>
      </dgm:prSet>
      <dgm:spPr/>
    </dgm:pt>
  </dgm:ptLst>
  <dgm:cxnLst>
    <dgm:cxn modelId="{A01ED10A-AD87-4221-81C0-08DBA3D88880}" srcId="{2F2025E0-BC3D-4E71-8D53-0C4C9C853B3F}" destId="{93356F8F-F110-4A60-A548-01D1CDF25D42}" srcOrd="1" destOrd="0" parTransId="{EE11B263-9803-4CEF-A689-FC5A4D53CE76}" sibTransId="{BD3C706D-D3C7-45B6-835D-FD977C95DA32}"/>
    <dgm:cxn modelId="{4D85492A-2395-4F3F-B16F-FA965046C1D9}" type="presOf" srcId="{B4FBEAE6-BD48-4E95-B617-81B6423E880C}" destId="{E1ABBAEA-1D85-41C8-A15C-8DA90404E452}" srcOrd="0" destOrd="0" presId="urn:microsoft.com/office/officeart/2018/5/layout/CenteredIconLabelDescriptionList"/>
    <dgm:cxn modelId="{8D3A0438-195B-4546-B2D8-E9B539BE8C0B}" type="presOf" srcId="{2F2025E0-BC3D-4E71-8D53-0C4C9C853B3F}" destId="{FAE4E8F6-F3A4-433F-A44B-E883514C6FBA}" srcOrd="0" destOrd="0" presId="urn:microsoft.com/office/officeart/2018/5/layout/CenteredIconLabelDescriptionList"/>
    <dgm:cxn modelId="{4963615B-A150-42CE-84F9-F2368D22C796}" srcId="{2F2025E0-BC3D-4E71-8D53-0C4C9C853B3F}" destId="{67124D33-4A46-4DA1-8A19-FCD662B0E483}" srcOrd="0" destOrd="0" parTransId="{E1F3A353-BDEB-4FB8-A1FD-9F39075A2D99}" sibTransId="{76215300-F8D3-489E-A43B-B1BFF3106C39}"/>
    <dgm:cxn modelId="{D7631A48-B233-4402-8B72-7AA67D2FBF3D}" type="presOf" srcId="{93356F8F-F110-4A60-A548-01D1CDF25D42}" destId="{D61BE490-D81D-421A-A575-B37E5DD11639}" srcOrd="0" destOrd="1" presId="urn:microsoft.com/office/officeart/2018/5/layout/CenteredIconLabelDescriptionList"/>
    <dgm:cxn modelId="{461E6953-317B-4B8E-82F4-F866198B685D}" type="presOf" srcId="{87F44B58-1A53-4A97-962D-87B4B237F315}" destId="{1D1B87A5-070C-4E3D-8071-95634A4F29F2}" srcOrd="0" destOrd="0" presId="urn:microsoft.com/office/officeart/2018/5/layout/CenteredIconLabelDescriptionList"/>
    <dgm:cxn modelId="{1533BE7B-7373-485F-A0FE-3A05978A035F}" srcId="{B4FBEAE6-BD48-4E95-B617-81B6423E880C}" destId="{87F44B58-1A53-4A97-962D-87B4B237F315}" srcOrd="0" destOrd="0" parTransId="{A527102B-5C8A-4A2A-B6A6-40BF0BCDC597}" sibTransId="{742D00A6-B3BB-43BF-98C8-AB27135078AB}"/>
    <dgm:cxn modelId="{DF4E7980-0739-444E-9B21-416E23AC576D}" srcId="{EF2E48D6-5597-46FC-9D70-EAF2C9084CE0}" destId="{2F2025E0-BC3D-4E71-8D53-0C4C9C853B3F}" srcOrd="1" destOrd="0" parTransId="{1C138570-07F1-490D-84B2-5A8ECC541CF9}" sibTransId="{100CA720-2CE8-4895-8A9B-255E236B5961}"/>
    <dgm:cxn modelId="{892DA6BF-D327-486C-AA38-B648CA39C4E4}" type="presOf" srcId="{67124D33-4A46-4DA1-8A19-FCD662B0E483}" destId="{D61BE490-D81D-421A-A575-B37E5DD11639}" srcOrd="0" destOrd="0" presId="urn:microsoft.com/office/officeart/2018/5/layout/CenteredIconLabelDescriptionList"/>
    <dgm:cxn modelId="{39E277F0-B1DF-44F2-88F4-63C515B33C8C}" srcId="{EF2E48D6-5597-46FC-9D70-EAF2C9084CE0}" destId="{B4FBEAE6-BD48-4E95-B617-81B6423E880C}" srcOrd="0" destOrd="0" parTransId="{9EAD5F1C-77F2-40DD-A5A1-6063EC8D2174}" sibTransId="{E0DB7457-1F7D-43D4-B199-B38786DBF544}"/>
    <dgm:cxn modelId="{5F44A4F5-4698-4C26-9C41-3E7E949C4551}" type="presOf" srcId="{EF2E48D6-5597-46FC-9D70-EAF2C9084CE0}" destId="{5AA06998-C145-42B3-91CF-C1930D043777}" srcOrd="0" destOrd="0" presId="urn:microsoft.com/office/officeart/2018/5/layout/CenteredIconLabelDescriptionList"/>
    <dgm:cxn modelId="{7D63852A-9E81-48F7-AB28-2BE1D0E9E2D5}" type="presParOf" srcId="{5AA06998-C145-42B3-91CF-C1930D043777}" destId="{80BE0D72-B094-4E19-95BD-86223CF26238}" srcOrd="0" destOrd="0" presId="urn:microsoft.com/office/officeart/2018/5/layout/CenteredIconLabelDescriptionList"/>
    <dgm:cxn modelId="{18B41ECA-C5A6-4742-B2C3-745E3C3A43CC}" type="presParOf" srcId="{80BE0D72-B094-4E19-95BD-86223CF26238}" destId="{14CF0166-E54C-4290-9433-6F2EB66C49CE}" srcOrd="0" destOrd="0" presId="urn:microsoft.com/office/officeart/2018/5/layout/CenteredIconLabelDescriptionList"/>
    <dgm:cxn modelId="{002F9FA0-FFE7-4229-AA64-7EC86B283E53}" type="presParOf" srcId="{80BE0D72-B094-4E19-95BD-86223CF26238}" destId="{A50D5DC3-A10D-4D3F-95A6-E818A7B4799F}" srcOrd="1" destOrd="0" presId="urn:microsoft.com/office/officeart/2018/5/layout/CenteredIconLabelDescriptionList"/>
    <dgm:cxn modelId="{48FC4FFD-C4EF-4CC2-A660-F0EEC6639787}" type="presParOf" srcId="{80BE0D72-B094-4E19-95BD-86223CF26238}" destId="{E1ABBAEA-1D85-41C8-A15C-8DA90404E452}" srcOrd="2" destOrd="0" presId="urn:microsoft.com/office/officeart/2018/5/layout/CenteredIconLabelDescriptionList"/>
    <dgm:cxn modelId="{A787755B-47FD-4F10-967D-FD0D2F76F080}" type="presParOf" srcId="{80BE0D72-B094-4E19-95BD-86223CF26238}" destId="{5E08718A-6CD9-4961-97D9-4EB8447A9C31}" srcOrd="3" destOrd="0" presId="urn:microsoft.com/office/officeart/2018/5/layout/CenteredIconLabelDescriptionList"/>
    <dgm:cxn modelId="{A23D7CC5-8EFC-4D0A-9B2D-5A7593F8EDF2}" type="presParOf" srcId="{80BE0D72-B094-4E19-95BD-86223CF26238}" destId="{1D1B87A5-070C-4E3D-8071-95634A4F29F2}" srcOrd="4" destOrd="0" presId="urn:microsoft.com/office/officeart/2018/5/layout/CenteredIconLabelDescriptionList"/>
    <dgm:cxn modelId="{F43B9ADC-B3DC-4100-A768-BDB8DFC91EDC}" type="presParOf" srcId="{5AA06998-C145-42B3-91CF-C1930D043777}" destId="{94977D81-A2B7-4FC5-B9F5-0C5D403568B7}" srcOrd="1" destOrd="0" presId="urn:microsoft.com/office/officeart/2018/5/layout/CenteredIconLabelDescriptionList"/>
    <dgm:cxn modelId="{AC004B46-17B8-4014-AD9E-513CD16E6EF1}" type="presParOf" srcId="{5AA06998-C145-42B3-91CF-C1930D043777}" destId="{59327287-66D7-4012-BCDE-D776A676C424}" srcOrd="2" destOrd="0" presId="urn:microsoft.com/office/officeart/2018/5/layout/CenteredIconLabelDescriptionList"/>
    <dgm:cxn modelId="{B1A2A755-7FE6-416B-A87B-1FEAA9ED03CD}" type="presParOf" srcId="{59327287-66D7-4012-BCDE-D776A676C424}" destId="{DBE9F2F4-54EB-4F7E-9853-68430302F193}" srcOrd="0" destOrd="0" presId="urn:microsoft.com/office/officeart/2018/5/layout/CenteredIconLabelDescriptionList"/>
    <dgm:cxn modelId="{584749BE-9322-48B4-9FF1-71A7E96A8D28}" type="presParOf" srcId="{59327287-66D7-4012-BCDE-D776A676C424}" destId="{402F2663-6A04-456C-9254-3DC054F567BB}" srcOrd="1" destOrd="0" presId="urn:microsoft.com/office/officeart/2018/5/layout/CenteredIconLabelDescriptionList"/>
    <dgm:cxn modelId="{EFF30E40-E58D-4A4E-8E0E-698FFBF6D9B1}" type="presParOf" srcId="{59327287-66D7-4012-BCDE-D776A676C424}" destId="{FAE4E8F6-F3A4-433F-A44B-E883514C6FBA}" srcOrd="2" destOrd="0" presId="urn:microsoft.com/office/officeart/2018/5/layout/CenteredIconLabelDescriptionList"/>
    <dgm:cxn modelId="{4677903D-7FEC-402D-AEB6-B5B4460741A9}" type="presParOf" srcId="{59327287-66D7-4012-BCDE-D776A676C424}" destId="{1CC54BF4-A097-42B2-A9E2-257BB355C361}" srcOrd="3" destOrd="0" presId="urn:microsoft.com/office/officeart/2018/5/layout/CenteredIconLabelDescriptionList"/>
    <dgm:cxn modelId="{19A6CB6A-867C-4BB7-B854-4E5A01BD560C}" type="presParOf" srcId="{59327287-66D7-4012-BCDE-D776A676C424}" destId="{D61BE490-D81D-421A-A575-B37E5DD11639}"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0AEB8-7356-4AA8-B287-63E6A1829FB6}">
      <dsp:nvSpPr>
        <dsp:cNvPr id="0" name=""/>
        <dsp:cNvSpPr/>
      </dsp:nvSpPr>
      <dsp:spPr>
        <a:xfrm>
          <a:off x="0" y="324459"/>
          <a:ext cx="6988175" cy="1047375"/>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2360" tIns="395732" rIns="542360" bIns="135128" numCol="1" spcCol="1270" anchor="t" anchorCtr="0">
          <a:noAutofit/>
        </a:bodyPr>
        <a:lstStyle/>
        <a:p>
          <a:pPr marL="171450" lvl="1" indent="-171450" algn="l" defTabSz="844550">
            <a:lnSpc>
              <a:spcPct val="90000"/>
            </a:lnSpc>
            <a:spcBef>
              <a:spcPct val="0"/>
            </a:spcBef>
            <a:spcAft>
              <a:spcPct val="15000"/>
            </a:spcAft>
            <a:buChar char="•"/>
          </a:pPr>
          <a:r>
            <a:rPr kumimoji="1" lang="en-US" altLang="ja-JP" sz="1900" kern="1200" dirty="0"/>
            <a:t>IM</a:t>
          </a:r>
          <a:endParaRPr kumimoji="1" lang="ja-JP" altLang="en-US" sz="1900" kern="1200" dirty="0"/>
        </a:p>
        <a:p>
          <a:pPr marL="171450" lvl="1" indent="-171450" algn="l" defTabSz="844550">
            <a:lnSpc>
              <a:spcPct val="90000"/>
            </a:lnSpc>
            <a:spcBef>
              <a:spcPct val="0"/>
            </a:spcBef>
            <a:spcAft>
              <a:spcPct val="15000"/>
            </a:spcAft>
            <a:buChar char="•"/>
          </a:pPr>
          <a:r>
            <a:rPr kumimoji="1" lang="en-US" altLang="ja-JP" sz="1900" kern="1200" dirty="0"/>
            <a:t>ONC2</a:t>
          </a:r>
          <a:endParaRPr kumimoji="1" lang="ja-JP" altLang="en-US" sz="1900" kern="1200" dirty="0"/>
        </a:p>
      </dsp:txBody>
      <dsp:txXfrm>
        <a:off x="0" y="324459"/>
        <a:ext cx="6988175" cy="1047375"/>
      </dsp:txXfrm>
    </dsp:sp>
    <dsp:sp modelId="{7CA8869C-D06E-42CD-BAAC-8D90E07AA178}">
      <dsp:nvSpPr>
        <dsp:cNvPr id="0" name=""/>
        <dsp:cNvSpPr/>
      </dsp:nvSpPr>
      <dsp:spPr>
        <a:xfrm>
          <a:off x="349408" y="44019"/>
          <a:ext cx="4891722" cy="5608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895" tIns="0" rIns="184895" bIns="0" numCol="1" spcCol="1270" anchor="ctr" anchorCtr="0">
          <a:noAutofit/>
        </a:bodyPr>
        <a:lstStyle/>
        <a:p>
          <a:pPr marL="0" lvl="0" indent="0" algn="l" defTabSz="844550">
            <a:lnSpc>
              <a:spcPct val="90000"/>
            </a:lnSpc>
            <a:spcBef>
              <a:spcPct val="0"/>
            </a:spcBef>
            <a:spcAft>
              <a:spcPct val="35000"/>
            </a:spcAft>
            <a:buNone/>
          </a:pPr>
          <a:r>
            <a:rPr kumimoji="1" lang="en-US" altLang="ja-JP" sz="1900" kern="1200" dirty="0"/>
            <a:t>Patient level Prescription follow up</a:t>
          </a:r>
          <a:endParaRPr kumimoji="1" lang="ja-JP" altLang="en-US" sz="1900" kern="1200" dirty="0"/>
        </a:p>
      </dsp:txBody>
      <dsp:txXfrm>
        <a:off x="376788" y="71399"/>
        <a:ext cx="4836962" cy="506120"/>
      </dsp:txXfrm>
    </dsp:sp>
    <dsp:sp modelId="{4C7DB6FC-F0D1-4FAC-8FC8-FF979E536057}">
      <dsp:nvSpPr>
        <dsp:cNvPr id="0" name=""/>
        <dsp:cNvSpPr/>
      </dsp:nvSpPr>
      <dsp:spPr>
        <a:xfrm>
          <a:off x="0" y="1754874"/>
          <a:ext cx="6988175" cy="7780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2360" tIns="395732" rIns="542360" bIns="135128" numCol="1" spcCol="1270" anchor="t" anchorCtr="0">
          <a:noAutofit/>
        </a:bodyPr>
        <a:lstStyle/>
        <a:p>
          <a:pPr marL="171450" lvl="1" indent="-171450" algn="l" defTabSz="844550">
            <a:lnSpc>
              <a:spcPct val="90000"/>
            </a:lnSpc>
            <a:spcBef>
              <a:spcPct val="0"/>
            </a:spcBef>
            <a:spcAft>
              <a:spcPct val="15000"/>
            </a:spcAft>
            <a:buChar char="•"/>
          </a:pPr>
          <a:r>
            <a:rPr kumimoji="1" lang="en-US" altLang="ja-JP" sz="1900" kern="1200" dirty="0"/>
            <a:t>ONC1</a:t>
          </a:r>
          <a:endParaRPr kumimoji="1" lang="ja-JP" altLang="en-US" sz="1900" kern="1200" dirty="0"/>
        </a:p>
      </dsp:txBody>
      <dsp:txXfrm>
        <a:off x="0" y="1754874"/>
        <a:ext cx="6988175" cy="778050"/>
      </dsp:txXfrm>
    </dsp:sp>
    <dsp:sp modelId="{E196514A-2A46-4D84-8C72-57E801790E71}">
      <dsp:nvSpPr>
        <dsp:cNvPr id="0" name=""/>
        <dsp:cNvSpPr/>
      </dsp:nvSpPr>
      <dsp:spPr>
        <a:xfrm>
          <a:off x="349408" y="1474434"/>
          <a:ext cx="4891722" cy="560880"/>
        </a:xfrm>
        <a:prstGeom prst="roundRect">
          <a:avLst/>
        </a:prstGeom>
        <a:solidFill>
          <a:schemeClr val="accent3"/>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895" tIns="0" rIns="184895" bIns="0" numCol="1" spcCol="1270" anchor="ctr" anchorCtr="0">
          <a:noAutofit/>
        </a:bodyPr>
        <a:lstStyle/>
        <a:p>
          <a:pPr marL="0" lvl="0" indent="0" algn="l" defTabSz="844550">
            <a:lnSpc>
              <a:spcPct val="90000"/>
            </a:lnSpc>
            <a:spcBef>
              <a:spcPct val="0"/>
            </a:spcBef>
            <a:spcAft>
              <a:spcPct val="35000"/>
            </a:spcAft>
            <a:buNone/>
          </a:pPr>
          <a:r>
            <a:rPr kumimoji="1" lang="en-US" altLang="ja-JP" sz="1900" kern="1200" dirty="0"/>
            <a:t>Monthly Advanced Survey for follow up</a:t>
          </a:r>
          <a:endParaRPr kumimoji="1" lang="ja-JP" altLang="en-US" sz="1900" kern="1200" dirty="0"/>
        </a:p>
      </dsp:txBody>
      <dsp:txXfrm>
        <a:off x="376788" y="1501814"/>
        <a:ext cx="4836962" cy="506120"/>
      </dsp:txXfrm>
    </dsp:sp>
    <dsp:sp modelId="{9719CF6C-5E61-4FDA-81FC-C4A9255777DF}">
      <dsp:nvSpPr>
        <dsp:cNvPr id="0" name=""/>
        <dsp:cNvSpPr/>
      </dsp:nvSpPr>
      <dsp:spPr>
        <a:xfrm>
          <a:off x="0" y="2914130"/>
          <a:ext cx="6988175" cy="7780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2360" tIns="395732" rIns="542360" bIns="135128" numCol="1" spcCol="1270" anchor="t" anchorCtr="0">
          <a:noAutofit/>
        </a:bodyPr>
        <a:lstStyle/>
        <a:p>
          <a:pPr marL="171450" lvl="1" indent="-171450" algn="l" defTabSz="844550">
            <a:lnSpc>
              <a:spcPct val="90000"/>
            </a:lnSpc>
            <a:spcBef>
              <a:spcPct val="0"/>
            </a:spcBef>
            <a:spcAft>
              <a:spcPct val="15000"/>
            </a:spcAft>
            <a:buChar char="•"/>
          </a:pPr>
          <a:r>
            <a:rPr kumimoji="1" lang="en-US" altLang="ja-JP" sz="1900" kern="1200" dirty="0" err="1"/>
            <a:t>hCLG</a:t>
          </a:r>
          <a:r>
            <a:rPr kumimoji="1" lang="en-US" altLang="ja-JP" sz="1900" kern="1200" dirty="0"/>
            <a:t> products</a:t>
          </a:r>
          <a:endParaRPr kumimoji="1" lang="ja-JP" altLang="en-US" sz="1900" kern="1200" dirty="0"/>
        </a:p>
      </dsp:txBody>
      <dsp:txXfrm>
        <a:off x="0" y="2914130"/>
        <a:ext cx="6988175" cy="778050"/>
      </dsp:txXfrm>
    </dsp:sp>
    <dsp:sp modelId="{5CF8334D-A5E7-4DAE-A5A0-66D15538CB0D}">
      <dsp:nvSpPr>
        <dsp:cNvPr id="0" name=""/>
        <dsp:cNvSpPr/>
      </dsp:nvSpPr>
      <dsp:spPr>
        <a:xfrm>
          <a:off x="349408" y="2635524"/>
          <a:ext cx="4891722" cy="560880"/>
        </a:xfrm>
        <a:prstGeom prst="roundRect">
          <a:avLst/>
        </a:prstGeom>
        <a:solidFill>
          <a:srgbClr val="FFC0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895" tIns="0" rIns="184895" bIns="0" numCol="1" spcCol="1270" anchor="ctr" anchorCtr="0">
          <a:noAutofit/>
        </a:bodyPr>
        <a:lstStyle/>
        <a:p>
          <a:pPr marL="0" lvl="0" indent="0" algn="l" defTabSz="844550">
            <a:lnSpc>
              <a:spcPct val="90000"/>
            </a:lnSpc>
            <a:spcBef>
              <a:spcPct val="0"/>
            </a:spcBef>
            <a:spcAft>
              <a:spcPct val="35000"/>
            </a:spcAft>
            <a:buNone/>
          </a:pPr>
          <a:r>
            <a:rPr kumimoji="1" lang="en-US" altLang="ja-JP" sz="1900" kern="1200" dirty="0"/>
            <a:t>General Survey for follow up</a:t>
          </a:r>
          <a:endParaRPr kumimoji="1" lang="ja-JP" altLang="en-US" sz="1900" kern="1200" dirty="0"/>
        </a:p>
      </dsp:txBody>
      <dsp:txXfrm>
        <a:off x="376788" y="2662904"/>
        <a:ext cx="4836962"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7C8787-F253-48DB-BCE2-9459E59F073E}">
      <dsp:nvSpPr>
        <dsp:cNvPr id="0" name=""/>
        <dsp:cNvSpPr/>
      </dsp:nvSpPr>
      <dsp:spPr>
        <a:xfrm>
          <a:off x="0" y="347190"/>
          <a:ext cx="2011715" cy="804686"/>
        </a:xfrm>
        <a:prstGeom prst="chevron">
          <a:avLst/>
        </a:prstGeom>
        <a:solidFill>
          <a:srgbClr val="FFC0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kumimoji="1" lang="en-US" altLang="ja-JP" sz="1500" kern="1200" dirty="0"/>
            <a:t>Create survey for each TA of ONC1</a:t>
          </a:r>
          <a:endParaRPr kumimoji="1" lang="ja-JP" altLang="en-US" sz="1500" kern="1200" dirty="0"/>
        </a:p>
      </dsp:txBody>
      <dsp:txXfrm>
        <a:off x="402343" y="347190"/>
        <a:ext cx="1207029" cy="804686"/>
      </dsp:txXfrm>
    </dsp:sp>
    <dsp:sp modelId="{83E34CF5-A911-4D6D-B9FA-F1514297BAAB}">
      <dsp:nvSpPr>
        <dsp:cNvPr id="0" name=""/>
        <dsp:cNvSpPr/>
      </dsp:nvSpPr>
      <dsp:spPr>
        <a:xfrm>
          <a:off x="1812195" y="324080"/>
          <a:ext cx="2011715" cy="804686"/>
        </a:xfrm>
        <a:prstGeom prst="chevron">
          <a:avLst/>
        </a:prstGeom>
        <a:solidFill>
          <a:srgbClr val="FFC0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kumimoji="1" lang="en-US" altLang="ja-JP" sz="1500" kern="1200" dirty="0"/>
            <a:t>Upload target doctor list</a:t>
          </a:r>
          <a:endParaRPr kumimoji="1" lang="ja-JP" altLang="en-US" sz="1500" kern="1200" dirty="0"/>
        </a:p>
      </dsp:txBody>
      <dsp:txXfrm>
        <a:off x="2214538" y="324080"/>
        <a:ext cx="1207029" cy="804686"/>
      </dsp:txXfrm>
    </dsp:sp>
    <dsp:sp modelId="{935CA7BB-0177-4967-967A-C7B7F15DF8FA}">
      <dsp:nvSpPr>
        <dsp:cNvPr id="0" name=""/>
        <dsp:cNvSpPr/>
      </dsp:nvSpPr>
      <dsp:spPr>
        <a:xfrm>
          <a:off x="3622739" y="324080"/>
          <a:ext cx="2011715" cy="804686"/>
        </a:xfrm>
        <a:prstGeom prst="chevron">
          <a:avLst/>
        </a:prstGeom>
        <a:solidFill>
          <a:srgbClr val="FFC00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kumimoji="1" lang="en-US" altLang="ja-JP" sz="1500" kern="1200" dirty="0"/>
            <a:t>Distribute survey to child account related list</a:t>
          </a:r>
          <a:endParaRPr kumimoji="1" lang="ja-JP" altLang="en-US" sz="1500" kern="1200" dirty="0"/>
        </a:p>
      </dsp:txBody>
      <dsp:txXfrm>
        <a:off x="4025082" y="324080"/>
        <a:ext cx="1207029" cy="8046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7C8787-F253-48DB-BCE2-9459E59F073E}">
      <dsp:nvSpPr>
        <dsp:cNvPr id="0" name=""/>
        <dsp:cNvSpPr/>
      </dsp:nvSpPr>
      <dsp:spPr>
        <a:xfrm>
          <a:off x="0" y="995277"/>
          <a:ext cx="2487514" cy="995005"/>
        </a:xfrm>
        <a:prstGeom prst="chevron">
          <a:avLst/>
        </a:prstGeom>
        <a:solidFill>
          <a:srgbClr val="92D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kumimoji="1" lang="en-US" altLang="ja-JP" sz="1700" kern="1200" dirty="0"/>
            <a:t>Gather </a:t>
          </a:r>
          <a:r>
            <a:rPr kumimoji="1" lang="en-US" altLang="ja-JP" sz="1700" b="0" kern="1200" dirty="0"/>
            <a:t>number-based</a:t>
          </a:r>
          <a:r>
            <a:rPr kumimoji="1" lang="en-US" altLang="ja-JP" sz="1700" b="1" kern="1200" dirty="0"/>
            <a:t> </a:t>
          </a:r>
          <a:r>
            <a:rPr kumimoji="1" lang="en-US" altLang="ja-JP" sz="1700" kern="1200" dirty="0"/>
            <a:t>prescription data from HCPs</a:t>
          </a:r>
          <a:endParaRPr kumimoji="1" lang="ja-JP" altLang="en-US" sz="1700" kern="1200" dirty="0"/>
        </a:p>
      </dsp:txBody>
      <dsp:txXfrm>
        <a:off x="497503" y="995277"/>
        <a:ext cx="1492509" cy="995005"/>
      </dsp:txXfrm>
    </dsp:sp>
    <dsp:sp modelId="{83E34CF5-A911-4D6D-B9FA-F1514297BAAB}">
      <dsp:nvSpPr>
        <dsp:cNvPr id="0" name=""/>
        <dsp:cNvSpPr/>
      </dsp:nvSpPr>
      <dsp:spPr>
        <a:xfrm>
          <a:off x="2240805" y="966701"/>
          <a:ext cx="2487514" cy="995005"/>
        </a:xfrm>
        <a:prstGeom prst="chevron">
          <a:avLst/>
        </a:prstGeom>
        <a:solidFill>
          <a:srgbClr val="92D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kumimoji="1" lang="en-US" altLang="ja-JP" sz="1700" kern="1200" dirty="0"/>
            <a:t>Reach out to survey target account page</a:t>
          </a:r>
        </a:p>
      </dsp:txBody>
      <dsp:txXfrm>
        <a:off x="2738308" y="966701"/>
        <a:ext cx="1492509" cy="995005"/>
      </dsp:txXfrm>
    </dsp:sp>
    <dsp:sp modelId="{935CA7BB-0177-4967-967A-C7B7F15DF8FA}">
      <dsp:nvSpPr>
        <dsp:cNvPr id="0" name=""/>
        <dsp:cNvSpPr/>
      </dsp:nvSpPr>
      <dsp:spPr>
        <a:xfrm>
          <a:off x="4479568" y="966701"/>
          <a:ext cx="2487514" cy="995005"/>
        </a:xfrm>
        <a:prstGeom prst="chevron">
          <a:avLst/>
        </a:prstGeom>
        <a:solidFill>
          <a:srgbClr val="92D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kumimoji="1" lang="en-US" altLang="ja-JP" sz="1700" kern="1200" dirty="0"/>
            <a:t>Record data</a:t>
          </a:r>
          <a:endParaRPr kumimoji="1" lang="ja-JP" altLang="en-US" sz="1700" kern="1200" dirty="0"/>
        </a:p>
      </dsp:txBody>
      <dsp:txXfrm>
        <a:off x="4977071" y="966701"/>
        <a:ext cx="1492509" cy="9950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9368C7-79D7-4ED8-8527-AAC68553C419}">
      <dsp:nvSpPr>
        <dsp:cNvPr id="0" name=""/>
        <dsp:cNvSpPr/>
      </dsp:nvSpPr>
      <dsp:spPr>
        <a:xfrm>
          <a:off x="0" y="46003"/>
          <a:ext cx="10363200" cy="479114"/>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defRPr b="1"/>
          </a:pPr>
          <a:r>
            <a:rPr kumimoji="1" lang="en-US" altLang="ja-JP" sz="2100" kern="1200" dirty="0"/>
            <a:t>Integrity</a:t>
          </a:r>
          <a:endParaRPr kumimoji="1" lang="ja-JP" altLang="en-US" sz="2100" kern="1200" dirty="0"/>
        </a:p>
      </dsp:txBody>
      <dsp:txXfrm>
        <a:off x="23388" y="69391"/>
        <a:ext cx="10316424" cy="432338"/>
      </dsp:txXfrm>
    </dsp:sp>
    <dsp:sp modelId="{518C90FD-22B5-4A4D-8544-E479D692A18A}">
      <dsp:nvSpPr>
        <dsp:cNvPr id="0" name=""/>
        <dsp:cNvSpPr/>
      </dsp:nvSpPr>
      <dsp:spPr>
        <a:xfrm>
          <a:off x="0" y="525118"/>
          <a:ext cx="10363200" cy="78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9032" tIns="26670" rIns="149352" bIns="26670" numCol="1" spcCol="1270" anchor="t" anchorCtr="0">
          <a:noAutofit/>
        </a:bodyPr>
        <a:lstStyle/>
        <a:p>
          <a:pPr marL="171450" lvl="1" indent="-171450" algn="l" defTabSz="711200">
            <a:lnSpc>
              <a:spcPct val="100000"/>
            </a:lnSpc>
            <a:spcBef>
              <a:spcPct val="0"/>
            </a:spcBef>
            <a:spcAft>
              <a:spcPct val="20000"/>
            </a:spcAft>
            <a:buChar char="•"/>
          </a:pPr>
          <a:r>
            <a:rPr kumimoji="1" lang="en-US" altLang="ja-JP" sz="1600" kern="1200" dirty="0"/>
            <a:t>EM/SP/OP HL remains on ONC page while these products have been moved to Hema</a:t>
          </a:r>
          <a:endParaRPr kumimoji="1" lang="ja-JP" altLang="en-US" sz="1600" kern="1200" dirty="0"/>
        </a:p>
        <a:p>
          <a:pPr marL="171450" lvl="1" indent="-171450" algn="l" defTabSz="711200">
            <a:lnSpc>
              <a:spcPct val="100000"/>
            </a:lnSpc>
            <a:spcBef>
              <a:spcPct val="0"/>
            </a:spcBef>
            <a:spcAft>
              <a:spcPct val="20000"/>
            </a:spcAft>
            <a:buChar char="•"/>
          </a:pPr>
          <a:r>
            <a:rPr kumimoji="1" lang="en-US" altLang="ja-JP" sz="1600" kern="1200" dirty="0"/>
            <a:t>Product picklist value OPDIVO EC which is in use, does not match downstream C-SCOR report criteria, leading a data leakage of OPDIVO ESOPHAGEAL prescription data in C-SCOR report.  </a:t>
          </a:r>
          <a:endParaRPr kumimoji="1" lang="ja-JP" altLang="en-US" sz="1600" kern="1200" dirty="0"/>
        </a:p>
      </dsp:txBody>
      <dsp:txXfrm>
        <a:off x="0" y="525118"/>
        <a:ext cx="10363200" cy="782460"/>
      </dsp:txXfrm>
    </dsp:sp>
    <dsp:sp modelId="{F69416AE-C7B3-4618-9457-D32565EB56CE}">
      <dsp:nvSpPr>
        <dsp:cNvPr id="0" name=""/>
        <dsp:cNvSpPr/>
      </dsp:nvSpPr>
      <dsp:spPr>
        <a:xfrm>
          <a:off x="0" y="1307578"/>
          <a:ext cx="10363200" cy="479114"/>
        </a:xfrm>
        <a:prstGeom prst="roundRect">
          <a:avLst/>
        </a:prstGeom>
        <a:solidFill>
          <a:schemeClr val="accent2">
            <a:hueOff val="-2187096"/>
            <a:satOff val="-4210"/>
            <a:lumOff val="29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defRPr b="1"/>
          </a:pPr>
          <a:r>
            <a:rPr kumimoji="1" lang="en-US" altLang="ja-JP" sz="2100" kern="1200" dirty="0"/>
            <a:t>Limitation</a:t>
          </a:r>
          <a:endParaRPr kumimoji="1" lang="ja-JP" altLang="en-US" sz="2100" kern="1200" dirty="0"/>
        </a:p>
      </dsp:txBody>
      <dsp:txXfrm>
        <a:off x="23388" y="1330966"/>
        <a:ext cx="10316424" cy="432338"/>
      </dsp:txXfrm>
    </dsp:sp>
    <dsp:sp modelId="{573EA977-942F-46B1-AF69-E437FE412517}">
      <dsp:nvSpPr>
        <dsp:cNvPr id="0" name=""/>
        <dsp:cNvSpPr/>
      </dsp:nvSpPr>
      <dsp:spPr>
        <a:xfrm>
          <a:off x="0" y="1786693"/>
          <a:ext cx="10363200" cy="7172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9032" tIns="26670" rIns="149352" bIns="26670" numCol="1" spcCol="1270" anchor="t" anchorCtr="0">
          <a:noAutofit/>
        </a:bodyPr>
        <a:lstStyle/>
        <a:p>
          <a:pPr marL="171450" lvl="1" indent="-171450" algn="l" defTabSz="711200">
            <a:lnSpc>
              <a:spcPct val="100000"/>
            </a:lnSpc>
            <a:spcBef>
              <a:spcPct val="0"/>
            </a:spcBef>
            <a:spcAft>
              <a:spcPct val="20000"/>
            </a:spcAft>
            <a:buChar char="•"/>
          </a:pPr>
          <a:r>
            <a:rPr lang="en-US" altLang="ja-JP" sz="1600" kern="1200" dirty="0"/>
            <a:t>Need to upload survey target list every month. Preparing survey target list involves field workers, FFE team, support team. FFE team confirm Dr. information collected from field and provide a list to support team. Support team then process the list to a CSV file to upload. This brings high lead time and extra workload to all parties involved. </a:t>
          </a:r>
          <a:endParaRPr kumimoji="1" lang="ja-JP" altLang="en-US" sz="1600" kern="1200" dirty="0"/>
        </a:p>
      </dsp:txBody>
      <dsp:txXfrm>
        <a:off x="0" y="1786693"/>
        <a:ext cx="10363200" cy="717254"/>
      </dsp:txXfrm>
    </dsp:sp>
    <dsp:sp modelId="{7A130B53-B195-42B8-96C4-A38E0FF2B97A}">
      <dsp:nvSpPr>
        <dsp:cNvPr id="0" name=""/>
        <dsp:cNvSpPr/>
      </dsp:nvSpPr>
      <dsp:spPr>
        <a:xfrm>
          <a:off x="0" y="2503948"/>
          <a:ext cx="10363200" cy="479114"/>
        </a:xfrm>
        <a:prstGeom prst="roundRect">
          <a:avLst/>
        </a:prstGeom>
        <a:solidFill>
          <a:schemeClr val="accent2">
            <a:hueOff val="-4374192"/>
            <a:satOff val="-8420"/>
            <a:lumOff val="58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defRPr b="1"/>
          </a:pPr>
          <a:r>
            <a:rPr kumimoji="1" lang="en-US" altLang="ja-JP" sz="2100" kern="1200" dirty="0"/>
            <a:t>Alliance </a:t>
          </a:r>
          <a:endParaRPr kumimoji="1" lang="ja-JP" altLang="en-US" sz="2100" kern="1200" dirty="0"/>
        </a:p>
      </dsp:txBody>
      <dsp:txXfrm>
        <a:off x="23388" y="2527336"/>
        <a:ext cx="10316424" cy="4323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CF0166-E54C-4290-9433-6F2EB66C49CE}">
      <dsp:nvSpPr>
        <dsp:cNvPr id="0" name=""/>
        <dsp:cNvSpPr/>
      </dsp:nvSpPr>
      <dsp:spPr>
        <a:xfrm>
          <a:off x="1894030" y="161451"/>
          <a:ext cx="1509048" cy="13494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1ABBAEA-1D85-41C8-A15C-8DA90404E452}">
      <dsp:nvSpPr>
        <dsp:cNvPr id="0" name=""/>
        <dsp:cNvSpPr/>
      </dsp:nvSpPr>
      <dsp:spPr>
        <a:xfrm>
          <a:off x="492771" y="1627315"/>
          <a:ext cx="4311566" cy="57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kumimoji="1" lang="en-US" altLang="ja-JP" sz="3600" kern="1200" dirty="0"/>
            <a:t>ONC1</a:t>
          </a:r>
          <a:endParaRPr kumimoji="1" lang="ja-JP" altLang="en-US" sz="3600" kern="1200" dirty="0"/>
        </a:p>
      </dsp:txBody>
      <dsp:txXfrm>
        <a:off x="492771" y="1627315"/>
        <a:ext cx="4311566" cy="578356"/>
      </dsp:txXfrm>
    </dsp:sp>
    <dsp:sp modelId="{1D1B87A5-070C-4E3D-8071-95634A4F29F2}">
      <dsp:nvSpPr>
        <dsp:cNvPr id="0" name=""/>
        <dsp:cNvSpPr/>
      </dsp:nvSpPr>
      <dsp:spPr>
        <a:xfrm>
          <a:off x="492771" y="2259795"/>
          <a:ext cx="4311566" cy="607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kumimoji="1" lang="en-US" altLang="ja-JP" sz="1700" kern="1200" dirty="0"/>
            <a:t>Use patient prescription follow up instead advanced survey</a:t>
          </a:r>
          <a:endParaRPr kumimoji="1" lang="ja-JP" altLang="en-US" sz="1700" kern="1200" dirty="0"/>
        </a:p>
      </dsp:txBody>
      <dsp:txXfrm>
        <a:off x="492771" y="2259795"/>
        <a:ext cx="4311566" cy="607819"/>
      </dsp:txXfrm>
    </dsp:sp>
    <dsp:sp modelId="{DBE9F2F4-54EB-4F7E-9853-68430302F193}">
      <dsp:nvSpPr>
        <dsp:cNvPr id="0" name=""/>
        <dsp:cNvSpPr/>
      </dsp:nvSpPr>
      <dsp:spPr>
        <a:xfrm>
          <a:off x="6964799" y="264405"/>
          <a:ext cx="1509048" cy="1349498"/>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2000" b="-2000"/>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AE4E8F6-F3A4-433F-A44B-E883514C6FBA}">
      <dsp:nvSpPr>
        <dsp:cNvPr id="0" name=""/>
        <dsp:cNvSpPr/>
      </dsp:nvSpPr>
      <dsp:spPr>
        <a:xfrm>
          <a:off x="5558862" y="1627315"/>
          <a:ext cx="4311566" cy="57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kumimoji="1" lang="en-US" altLang="ja-JP" sz="3600" kern="1200" dirty="0"/>
            <a:t>ONC2</a:t>
          </a:r>
          <a:endParaRPr kumimoji="1" lang="ja-JP" altLang="en-US" sz="3600" kern="1200" dirty="0"/>
        </a:p>
      </dsp:txBody>
      <dsp:txXfrm>
        <a:off x="5558862" y="1627315"/>
        <a:ext cx="4311566" cy="578356"/>
      </dsp:txXfrm>
    </dsp:sp>
    <dsp:sp modelId="{D61BE490-D81D-421A-A575-B37E5DD11639}">
      <dsp:nvSpPr>
        <dsp:cNvPr id="0" name=""/>
        <dsp:cNvSpPr/>
      </dsp:nvSpPr>
      <dsp:spPr>
        <a:xfrm>
          <a:off x="5558862" y="2259795"/>
          <a:ext cx="4311566" cy="607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kumimoji="1" lang="en-US" altLang="ja-JP" sz="1700" kern="1200" dirty="0"/>
            <a:t>Remove/partially remove fields/dependencies from ONC page</a:t>
          </a:r>
          <a:endParaRPr kumimoji="1" lang="ja-JP" altLang="en-US" sz="1700" kern="1200" dirty="0"/>
        </a:p>
        <a:p>
          <a:pPr marL="0" lvl="0" indent="0" algn="l" defTabSz="755650">
            <a:lnSpc>
              <a:spcPct val="100000"/>
            </a:lnSpc>
            <a:spcBef>
              <a:spcPct val="0"/>
            </a:spcBef>
            <a:spcAft>
              <a:spcPct val="35000"/>
            </a:spcAft>
            <a:buNone/>
          </a:pPr>
          <a:r>
            <a:rPr kumimoji="1" lang="en-US" altLang="ja-JP" sz="1700" kern="1200" dirty="0"/>
            <a:t>Change product picklist value OPDIVO EC to OPDIVO ESOPHAGEAL </a:t>
          </a:r>
          <a:endParaRPr kumimoji="1" lang="ja-JP" altLang="en-US" sz="1700" kern="1200" dirty="0"/>
        </a:p>
      </dsp:txBody>
      <dsp:txXfrm>
        <a:off x="5558862" y="2259795"/>
        <a:ext cx="4311566" cy="60781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7/28/2020</a:t>
            </a:fld>
            <a:endParaRPr lang="en-US"/>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7/28/2020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Trebuchet MS" panose="020B0603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ja-JP" altLang="en-US"/>
              <a:t>マスター タイトルの書式設定</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54477935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363736183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413069175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ja-JP" altLang="en-US"/>
              <a:t>マスター タイトルの書式設定</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5913361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Content Placeholder 3"/>
          <p:cNvSpPr>
            <a:spLocks noGrp="1"/>
          </p:cNvSpPr>
          <p:nvPr>
            <p:ph sz="quarter" idx="13"/>
          </p:nvPr>
        </p:nvSpPr>
        <p:spPr>
          <a:xfrm>
            <a:off x="913774" y="3051012"/>
            <a:ext cx="5106027" cy="274018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3" name="Content Placeholder 5"/>
          <p:cNvSpPr>
            <a:spLocks noGrp="1"/>
          </p:cNvSpPr>
          <p:nvPr>
            <p:ph sz="quarter" idx="14"/>
          </p:nvPr>
        </p:nvSpPr>
        <p:spPr>
          <a:xfrm>
            <a:off x="6172200" y="3051012"/>
            <a:ext cx="5105401" cy="274018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40689651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401382327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77035876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ja-JP" altLang="en-US"/>
              <a:t>マスター タイトルの書式設定</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66253245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1846915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85636036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77865083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ja-JP" altLang="en-US"/>
              <a:t>マスター タイトルの書式設定</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24007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70175821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686191027"/>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69199814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68412948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ja-JP" altLang="en-US"/>
              <a:t>マスター タイトルの書式設定</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3337091890"/>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58" y="1554480"/>
            <a:ext cx="5577840"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1554480"/>
            <a:ext cx="5577840"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3821705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8524240"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4234665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6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5" name="Text Placeholder 4">
            <a:extLst>
              <a:ext uri="{FF2B5EF4-FFF2-40B4-BE49-F238E27FC236}">
                <a16:creationId xmlns:a16="http://schemas.microsoft.com/office/drawing/2014/main" id="{C7CE39BE-06F7-7349-BF12-45D065ED872B}"/>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10" name="Disclaimer">
            <a:extLst>
              <a:ext uri="{FF2B5EF4-FFF2-40B4-BE49-F238E27FC236}">
                <a16:creationId xmlns:a16="http://schemas.microsoft.com/office/drawing/2014/main" id="{0411BC70-4820-DF40-90C3-6ACD451ADD60}"/>
              </a:ext>
            </a:extLst>
          </p:cNvPr>
          <p:cNvSpPr txBox="1"/>
          <p:nvPr userDrawn="1"/>
        </p:nvSpPr>
        <p:spPr>
          <a:xfrm>
            <a:off x="820521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Internal Use Only</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 Picture">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5" name="Text Placeholder 4">
            <a:extLst>
              <a:ext uri="{FF2B5EF4-FFF2-40B4-BE49-F238E27FC236}">
                <a16:creationId xmlns:a16="http://schemas.microsoft.com/office/drawing/2014/main" id="{C7CE39BE-06F7-7349-BF12-45D065ED872B}"/>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sp>
        <p:nvSpPr>
          <p:cNvPr id="9" name="Picture Placeholder 5">
            <a:extLst>
              <a:ext uri="{FF2B5EF4-FFF2-40B4-BE49-F238E27FC236}">
                <a16:creationId xmlns:a16="http://schemas.microsoft.com/office/drawing/2014/main" id="{4DF5C4D3-C5D6-1C42-9EC6-C8BA2A34AF84}"/>
              </a:ext>
            </a:extLst>
          </p:cNvPr>
          <p:cNvSpPr>
            <a:spLocks noGrp="1"/>
          </p:cNvSpPr>
          <p:nvPr>
            <p:ph type="pic" sz="quarter" idx="13"/>
          </p:nvPr>
        </p:nvSpPr>
        <p:spPr>
          <a:xfrm>
            <a:off x="8205215" y="0"/>
            <a:ext cx="3986785" cy="6857999"/>
          </a:xfrm>
          <a:noFill/>
        </p:spPr>
        <p:txBody>
          <a:bodyPr anchor="ctr" anchorCtr="0">
            <a:normAutofit/>
          </a:bodyPr>
          <a:lstStyle>
            <a:lvl1pPr marL="0" indent="0" algn="ctr">
              <a:spcBef>
                <a:spcPts val="0"/>
              </a:spcBef>
              <a:buFontTx/>
              <a:buNone/>
              <a:defRPr sz="1200"/>
            </a:lvl1pPr>
          </a:lstStyle>
          <a:p>
            <a:r>
              <a:rPr lang="en-US"/>
              <a:t>Click icon to add picture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10" name="Disclaimer">
            <a:extLst>
              <a:ext uri="{FF2B5EF4-FFF2-40B4-BE49-F238E27FC236}">
                <a16:creationId xmlns:a16="http://schemas.microsoft.com/office/drawing/2014/main" id="{0411BC70-4820-DF40-90C3-6ACD451ADD60}"/>
              </a:ext>
            </a:extLst>
          </p:cNvPr>
          <p:cNvSpPr txBox="1"/>
          <p:nvPr userDrawn="1"/>
        </p:nvSpPr>
        <p:spPr>
          <a:xfrm>
            <a:off x="428726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Internal Use Only</a:t>
            </a:r>
          </a:p>
        </p:txBody>
      </p:sp>
    </p:spTree>
    <p:extLst>
      <p:ext uri="{BB962C8B-B14F-4D97-AF65-F5344CB8AC3E}">
        <p14:creationId xmlns:p14="http://schemas.microsoft.com/office/powerpoint/2010/main" val="931616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guide id="2" pos="516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Gray">
    <p:bg>
      <p:bgPr>
        <a:solidFill>
          <a:srgbClr val="EEE7E7"/>
        </a:solidFill>
        <a:effectLst/>
      </p:bgPr>
    </p:bg>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6" name="Text Placeholder 4">
            <a:extLst>
              <a:ext uri="{FF2B5EF4-FFF2-40B4-BE49-F238E27FC236}">
                <a16:creationId xmlns:a16="http://schemas.microsoft.com/office/drawing/2014/main" id="{F1E892DE-B840-A64B-91A1-1B18F6037C3F}"/>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8" name="Disclaimer">
            <a:extLst>
              <a:ext uri="{FF2B5EF4-FFF2-40B4-BE49-F238E27FC236}">
                <a16:creationId xmlns:a16="http://schemas.microsoft.com/office/drawing/2014/main" id="{F95EDC5C-ABEE-824D-9A00-482457322324}"/>
              </a:ext>
            </a:extLst>
          </p:cNvPr>
          <p:cNvSpPr txBox="1"/>
          <p:nvPr userDrawn="1"/>
        </p:nvSpPr>
        <p:spPr>
          <a:xfrm>
            <a:off x="820521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Internal Use Only</a:t>
            </a:r>
          </a:p>
        </p:txBody>
      </p:sp>
    </p:spTree>
    <p:extLst>
      <p:ext uri="{BB962C8B-B14F-4D97-AF65-F5344CB8AC3E}">
        <p14:creationId xmlns:p14="http://schemas.microsoft.com/office/powerpoint/2010/main" val="3896294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Gray - Picture">
    <p:bg>
      <p:bgPr>
        <a:solidFill>
          <a:srgbClr val="EEE7E7"/>
        </a:solidFill>
        <a:effectLst/>
      </p:bgPr>
    </p:bg>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6" name="Text Placeholder 4">
            <a:extLst>
              <a:ext uri="{FF2B5EF4-FFF2-40B4-BE49-F238E27FC236}">
                <a16:creationId xmlns:a16="http://schemas.microsoft.com/office/drawing/2014/main" id="{F1E892DE-B840-A64B-91A1-1B18F6037C3F}"/>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sp>
        <p:nvSpPr>
          <p:cNvPr id="12" name="Picture Placeholder 5">
            <a:extLst>
              <a:ext uri="{FF2B5EF4-FFF2-40B4-BE49-F238E27FC236}">
                <a16:creationId xmlns:a16="http://schemas.microsoft.com/office/drawing/2014/main" id="{9CE61158-FFCB-6A4C-8C29-BFC45DA23D13}"/>
              </a:ext>
            </a:extLst>
          </p:cNvPr>
          <p:cNvSpPr>
            <a:spLocks noGrp="1"/>
          </p:cNvSpPr>
          <p:nvPr>
            <p:ph type="pic" sz="quarter" idx="13"/>
          </p:nvPr>
        </p:nvSpPr>
        <p:spPr>
          <a:xfrm>
            <a:off x="8205215" y="0"/>
            <a:ext cx="3986785" cy="6857999"/>
          </a:xfrm>
          <a:noFill/>
        </p:spPr>
        <p:txBody>
          <a:bodyPr anchor="ctr" anchorCtr="0">
            <a:normAutofit/>
          </a:bodyPr>
          <a:lstStyle>
            <a:lvl1pPr marL="0" indent="0" algn="ctr">
              <a:spcBef>
                <a:spcPts val="0"/>
              </a:spcBef>
              <a:buFontTx/>
              <a:buNone/>
              <a:defRPr sz="1200"/>
            </a:lvl1pPr>
          </a:lstStyle>
          <a:p>
            <a:r>
              <a:rPr lang="en-US"/>
              <a:t>Click icon to add picture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8" name="Disclaimer">
            <a:extLst>
              <a:ext uri="{FF2B5EF4-FFF2-40B4-BE49-F238E27FC236}">
                <a16:creationId xmlns:a16="http://schemas.microsoft.com/office/drawing/2014/main" id="{F95EDC5C-ABEE-824D-9A00-482457322324}"/>
              </a:ext>
            </a:extLst>
          </p:cNvPr>
          <p:cNvSpPr txBox="1"/>
          <p:nvPr userDrawn="1"/>
        </p:nvSpPr>
        <p:spPr>
          <a:xfrm>
            <a:off x="428726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Internal Use Only</a:t>
            </a:r>
          </a:p>
        </p:txBody>
      </p:sp>
    </p:spTree>
    <p:extLst>
      <p:ext uri="{BB962C8B-B14F-4D97-AF65-F5344CB8AC3E}">
        <p14:creationId xmlns:p14="http://schemas.microsoft.com/office/powerpoint/2010/main" val="319270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guide id="2" pos="516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858165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Header - Light Gray">
    <p:bg>
      <p:bgPr>
        <a:solidFill>
          <a:srgbClr val="EEE7E7"/>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355713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 Amber 1">
    <p:bg>
      <p:bgPr>
        <a:solidFill>
          <a:srgbClr val="FFECCD"/>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2998320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 Peach 1">
    <p:bg>
      <p:bgPr>
        <a:solidFill>
          <a:srgbClr val="FEDCCA"/>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314107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 Sienna 1">
    <p:bg>
      <p:bgPr>
        <a:solidFill>
          <a:srgbClr val="DAC5C5"/>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2906573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 Olive 1">
    <p:bg>
      <p:bgPr>
        <a:solidFill>
          <a:srgbClr val="EAD5C9"/>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2865163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Header - Almond 1">
    <p:bg>
      <p:bgPr>
        <a:solidFill>
          <a:srgbClr val="DFCBC3"/>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260962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Header - Chocolate 1">
    <p:bg>
      <p:bgPr>
        <a:solidFill>
          <a:srgbClr val="D2CAC8"/>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101453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621024"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5488" y="1554480"/>
            <a:ext cx="3621024"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05216" y="1554480"/>
            <a:ext cx="3621024"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98" userDrawn="1">
          <p15:clr>
            <a:srgbClr val="FBAE40"/>
          </p15:clr>
        </p15:guide>
        <p15:guide id="2" pos="2512" userDrawn="1">
          <p15:clr>
            <a:srgbClr val="FBAE40"/>
          </p15:clr>
        </p15:guide>
        <p15:guide id="3" pos="4982" userDrawn="1">
          <p15:clr>
            <a:srgbClr val="FBAE40"/>
          </p15:clr>
        </p15:guide>
        <p15:guide id="4" pos="5168"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2642616"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02001" y="1554480"/>
            <a:ext cx="2641598"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8400" y="1554480"/>
            <a:ext cx="2641600"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3624" y="1554480"/>
            <a:ext cx="2642616"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userDrawn="1">
          <p15:clr>
            <a:srgbClr val="FBAE40"/>
          </p15:clr>
        </p15:guide>
        <p15:guide id="2" pos="1896" userDrawn="1">
          <p15:clr>
            <a:srgbClr val="FBAE40"/>
          </p15:clr>
        </p15:guide>
        <p15:guide id="3" pos="5600" userDrawn="1">
          <p15:clr>
            <a:srgbClr val="FBAE40"/>
          </p15:clr>
        </p15:guide>
        <p15:guide id="4" pos="5784" userDrawn="1">
          <p15:clr>
            <a:srgbClr val="FBAE40"/>
          </p15:clr>
        </p15:guide>
        <p15:guide id="5" pos="3744" userDrawn="1">
          <p15:clr>
            <a:srgbClr val="FBAE40"/>
          </p15:clr>
        </p15:guide>
        <p15:guide id="6" pos="3936"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618992"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6504" y="1554480"/>
            <a:ext cx="7539736"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12"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7539736"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07248" y="1554480"/>
            <a:ext cx="3618992"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4">
            <a:extLst>
              <a:ext uri="{FF2B5EF4-FFF2-40B4-BE49-F238E27FC236}">
                <a16:creationId xmlns:a16="http://schemas.microsoft.com/office/drawing/2014/main" id="{67FB1D32-3E1C-554A-A887-047CEBF6A063}"/>
              </a:ext>
            </a:extLst>
          </p:cNvPr>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80" userDrawn="1">
          <p15:clr>
            <a:srgbClr val="FBAE40"/>
          </p15:clr>
        </p15:guide>
        <p15:guide id="4" pos="516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1642462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ig Statement - Light Gray">
    <p:bg>
      <p:bgPr>
        <a:solidFill>
          <a:srgbClr val="EEE7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9573142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ig 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4" name="Quote">
            <a:extLst>
              <a:ext uri="{FF2B5EF4-FFF2-40B4-BE49-F238E27FC236}">
                <a16:creationId xmlns:a16="http://schemas.microsoft.com/office/drawing/2014/main" id="{398E39FE-76DD-EB47-9601-048CD5D34A50}"/>
              </a:ext>
            </a:extLst>
          </p:cNvPr>
          <p:cNvSpPr txBox="1"/>
          <p:nvPr userDrawn="1"/>
        </p:nvSpPr>
        <p:spPr>
          <a:xfrm>
            <a:off x="365761" y="1554479"/>
            <a:ext cx="457200" cy="3429000"/>
          </a:xfrm>
          <a:prstGeom prst="rect">
            <a:avLst/>
          </a:prstGeom>
          <a:noFill/>
        </p:spPr>
        <p:txBody>
          <a:bodyPr wrap="square" lIns="0" tIns="0" rIns="0" bIns="0" rtlCol="0">
            <a:noAutofit/>
          </a:bodyPr>
          <a:lstStyle/>
          <a:p>
            <a:pPr marL="0" indent="0">
              <a:lnSpc>
                <a:spcPct val="90000"/>
              </a:lnSpc>
              <a:spcBef>
                <a:spcPts val="0"/>
              </a:spcBef>
              <a:buSzPct val="100000"/>
              <a:buFont typeface="Trebuchet MS"/>
              <a:buNone/>
            </a:pPr>
            <a:r>
              <a:rPr lang="en-US" sz="6000" b="0" dirty="0"/>
              <a:t>“</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822960" y="1554479"/>
            <a:ext cx="8524240" cy="3429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0" indent="0">
              <a:spcBef>
                <a:spcPts val="1200"/>
              </a:spcBef>
              <a:buNone/>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quote.”]</a:t>
            </a:r>
          </a:p>
        </p:txBody>
      </p:sp>
      <p:cxnSp>
        <p:nvCxnSpPr>
          <p:cNvPr id="9" name="Line">
            <a:extLst>
              <a:ext uri="{FF2B5EF4-FFF2-40B4-BE49-F238E27FC236}">
                <a16:creationId xmlns:a16="http://schemas.microsoft.com/office/drawing/2014/main" id="{8DA9817E-4A6F-8D45-83CB-AAE17B76876D}"/>
              </a:ext>
              <a:ext uri="{C183D7F6-B498-43B3-948B-1728B52AA6E4}">
                <adec:decorative xmlns:adec="http://schemas.microsoft.com/office/drawing/2017/decorative" val="1"/>
              </a:ext>
            </a:extLst>
          </p:cNvPr>
          <p:cNvCxnSpPr/>
          <p:nvPr userDrawn="1"/>
        </p:nvCxnSpPr>
        <p:spPr>
          <a:xfrm>
            <a:off x="822960" y="5215942"/>
            <a:ext cx="2642616" cy="0"/>
          </a:xfrm>
          <a:prstGeom prst="line">
            <a:avLst/>
          </a:prstGeom>
          <a:ln w="28575" cap="rnd"/>
        </p:spPr>
        <p:style>
          <a:lnRef idx="1">
            <a:srgbClr val="BE2BBB"/>
          </a:lnRef>
          <a:fillRef idx="0">
            <a:schemeClr val="accent1"/>
          </a:fillRef>
          <a:effectRef idx="0">
            <a:srgbClr val="000000"/>
          </a:effectRef>
          <a:fontRef idx="minor">
            <a:schemeClr val="lt1"/>
          </a:fontRef>
        </p:style>
      </p:cxnSp>
      <p:sp>
        <p:nvSpPr>
          <p:cNvPr id="7" name="Text Placeholder 3">
            <a:extLst>
              <a:ext uri="{FF2B5EF4-FFF2-40B4-BE49-F238E27FC236}">
                <a16:creationId xmlns:a16="http://schemas.microsoft.com/office/drawing/2014/main" id="{52C350BF-B5C5-E44E-8003-E797842CDAAD}"/>
              </a:ext>
            </a:extLst>
          </p:cNvPr>
          <p:cNvSpPr>
            <a:spLocks noGrp="1"/>
          </p:cNvSpPr>
          <p:nvPr>
            <p:ph type="body" sz="quarter" idx="13" hasCustomPrompt="1"/>
          </p:nvPr>
        </p:nvSpPr>
        <p:spPr>
          <a:xfrm>
            <a:off x="822961" y="5303520"/>
            <a:ext cx="2642616" cy="822960"/>
          </a:xfrm>
        </p:spPr>
        <p:txBody>
          <a:bodyPr tIns="0"/>
          <a:lstStyle>
            <a:lvl1pPr marL="0" indent="0">
              <a:spcBef>
                <a:spcPts val="0"/>
              </a:spcBef>
              <a:buNone/>
              <a:defRPr sz="1800"/>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a:t>[</a:t>
            </a:r>
            <a:r>
              <a:rPr lang="en-US" dirty="0" err="1"/>
              <a:t>Firstname</a:t>
            </a:r>
            <a:r>
              <a:rPr lang="en-US" dirty="0"/>
              <a:t> </a:t>
            </a:r>
            <a:r>
              <a:rPr lang="en-US" dirty="0" err="1"/>
              <a:t>Lastname</a:t>
            </a:r>
            <a:r>
              <a:rPr lang="en-US" dirty="0"/>
              <a:t>]</a:t>
            </a:r>
            <a:br>
              <a:rPr lang="en-US" dirty="0"/>
            </a:br>
            <a:r>
              <a:rPr lang="en-US" dirty="0"/>
              <a:t>[Title]</a:t>
            </a:r>
          </a:p>
        </p:txBody>
      </p:sp>
      <p:sp>
        <p:nvSpPr>
          <p:cNvPr id="6" name="Slide Number Placeholder 4">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7179725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888" userDrawn="1">
          <p15:clr>
            <a:srgbClr val="FBAE40"/>
          </p15:clr>
        </p15:guide>
        <p15:guide id="3" pos="51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ig Quote - Light Gray">
    <p:bg>
      <p:bgPr>
        <a:solidFill>
          <a:srgbClr val="EEE7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4" name="Quote">
            <a:extLst>
              <a:ext uri="{FF2B5EF4-FFF2-40B4-BE49-F238E27FC236}">
                <a16:creationId xmlns:a16="http://schemas.microsoft.com/office/drawing/2014/main" id="{398E39FE-76DD-EB47-9601-048CD5D34A50}"/>
              </a:ext>
            </a:extLst>
          </p:cNvPr>
          <p:cNvSpPr txBox="1"/>
          <p:nvPr userDrawn="1"/>
        </p:nvSpPr>
        <p:spPr>
          <a:xfrm>
            <a:off x="365761" y="1554479"/>
            <a:ext cx="457200" cy="3429000"/>
          </a:xfrm>
          <a:prstGeom prst="rect">
            <a:avLst/>
          </a:prstGeom>
          <a:noFill/>
        </p:spPr>
        <p:txBody>
          <a:bodyPr wrap="square" lIns="0" tIns="0" rIns="0" bIns="0" rtlCol="0">
            <a:noAutofit/>
          </a:bodyPr>
          <a:lstStyle/>
          <a:p>
            <a:pPr marL="0" indent="0">
              <a:lnSpc>
                <a:spcPct val="90000"/>
              </a:lnSpc>
              <a:spcBef>
                <a:spcPts val="0"/>
              </a:spcBef>
              <a:buSzPct val="100000"/>
              <a:buFont typeface="Trebuchet MS"/>
              <a:buNone/>
            </a:pPr>
            <a:r>
              <a:rPr lang="en-US" sz="6000" b="0" dirty="0"/>
              <a:t>“</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822960" y="1554479"/>
            <a:ext cx="8524240" cy="3429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quote.”]</a:t>
            </a:r>
          </a:p>
        </p:txBody>
      </p:sp>
      <p:cxnSp>
        <p:nvCxnSpPr>
          <p:cNvPr id="9" name="Line">
            <a:extLst>
              <a:ext uri="{FF2B5EF4-FFF2-40B4-BE49-F238E27FC236}">
                <a16:creationId xmlns:a16="http://schemas.microsoft.com/office/drawing/2014/main" id="{8DA9817E-4A6F-8D45-83CB-AAE17B76876D}"/>
              </a:ext>
              <a:ext uri="{C183D7F6-B498-43B3-948B-1728B52AA6E4}">
                <adec:decorative xmlns:adec="http://schemas.microsoft.com/office/drawing/2017/decorative" val="1"/>
              </a:ext>
            </a:extLst>
          </p:cNvPr>
          <p:cNvCxnSpPr/>
          <p:nvPr userDrawn="1"/>
        </p:nvCxnSpPr>
        <p:spPr>
          <a:xfrm>
            <a:off x="822960" y="5215942"/>
            <a:ext cx="2642616" cy="0"/>
          </a:xfrm>
          <a:prstGeom prst="line">
            <a:avLst/>
          </a:prstGeom>
          <a:ln w="28575" cap="rnd"/>
        </p:spPr>
        <p:style>
          <a:lnRef idx="1">
            <a:srgbClr val="BE2BBB"/>
          </a:lnRef>
          <a:fillRef idx="0">
            <a:schemeClr val="accent1"/>
          </a:fillRef>
          <a:effectRef idx="0">
            <a:srgbClr val="000000"/>
          </a:effectRef>
          <a:fontRef idx="minor">
            <a:schemeClr val="lt1"/>
          </a:fontRef>
        </p:style>
      </p:cxnSp>
      <p:sp>
        <p:nvSpPr>
          <p:cNvPr id="7" name="Text Placeholder 3">
            <a:extLst>
              <a:ext uri="{FF2B5EF4-FFF2-40B4-BE49-F238E27FC236}">
                <a16:creationId xmlns:a16="http://schemas.microsoft.com/office/drawing/2014/main" id="{52C350BF-B5C5-E44E-8003-E797842CDAAD}"/>
              </a:ext>
            </a:extLst>
          </p:cNvPr>
          <p:cNvSpPr>
            <a:spLocks noGrp="1"/>
          </p:cNvSpPr>
          <p:nvPr>
            <p:ph type="body" sz="quarter" idx="13" hasCustomPrompt="1"/>
          </p:nvPr>
        </p:nvSpPr>
        <p:spPr>
          <a:xfrm>
            <a:off x="822961" y="5303520"/>
            <a:ext cx="2642616" cy="822960"/>
          </a:xfrm>
        </p:spPr>
        <p:txBody>
          <a:bodyPr tIns="0"/>
          <a:lstStyle>
            <a:lvl1pPr marL="0" indent="0">
              <a:spcBef>
                <a:spcPts val="0"/>
              </a:spcBef>
              <a:buNone/>
              <a:defRPr sz="1800"/>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a:t>[</a:t>
            </a:r>
            <a:r>
              <a:rPr lang="en-US" dirty="0" err="1"/>
              <a:t>Firstname</a:t>
            </a:r>
            <a:r>
              <a:rPr lang="en-US" dirty="0"/>
              <a:t> </a:t>
            </a:r>
            <a:r>
              <a:rPr lang="en-US" dirty="0" err="1"/>
              <a:t>Lastname</a:t>
            </a:r>
            <a:r>
              <a:rPr lang="en-US" dirty="0"/>
              <a:t>]</a:t>
            </a:r>
            <a:br>
              <a:rPr lang="en-US" dirty="0"/>
            </a:br>
            <a:r>
              <a:rPr lang="en-US" dirty="0"/>
              <a:t>[Title]</a:t>
            </a:r>
          </a:p>
        </p:txBody>
      </p:sp>
      <p:sp>
        <p:nvSpPr>
          <p:cNvPr id="6" name="Slide Number Placeholder 4">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1641180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888">
          <p15:clr>
            <a:srgbClr val="FBAE40"/>
          </p15:clr>
        </p15:guide>
        <p15:guide id="3" pos="51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and Two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6096000" cy="3429000"/>
          </a:xfrm>
          <a:solidFill>
            <a:srgbClr val="D9D9D9"/>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6" name="Slide Number Placeholder 5">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724134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and Three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3044952" cy="3429000"/>
          </a:xfrm>
          <a:solidFill>
            <a:srgbClr val="D9D9D9"/>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8" name="Picture Placeholder 5">
            <a:extLst>
              <a:ext uri="{FF2B5EF4-FFF2-40B4-BE49-F238E27FC236}">
                <a16:creationId xmlns:a16="http://schemas.microsoft.com/office/drawing/2014/main" id="{C2AB3B13-24B5-EA40-92B2-665869E4657A}"/>
              </a:ext>
            </a:extLst>
          </p:cNvPr>
          <p:cNvSpPr>
            <a:spLocks noGrp="1"/>
          </p:cNvSpPr>
          <p:nvPr>
            <p:ph type="pic" sz="quarter" idx="15"/>
          </p:nvPr>
        </p:nvSpPr>
        <p:spPr>
          <a:xfrm>
            <a:off x="9140952" y="3429000"/>
            <a:ext cx="3051048" cy="3429000"/>
          </a:xfrm>
          <a:solidFill>
            <a:srgbClr val="BFBFBF"/>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6" name="Slide Number Placeholder 6">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288004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and Four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3044952" cy="3429000"/>
          </a:xfrm>
          <a:solidFill>
            <a:srgbClr val="D9D9D9"/>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8" name="Picture Placeholder 5">
            <a:extLst>
              <a:ext uri="{FF2B5EF4-FFF2-40B4-BE49-F238E27FC236}">
                <a16:creationId xmlns:a16="http://schemas.microsoft.com/office/drawing/2014/main" id="{C2AB3B13-24B5-EA40-92B2-665869E4657A}"/>
              </a:ext>
            </a:extLst>
          </p:cNvPr>
          <p:cNvSpPr>
            <a:spLocks noGrp="1"/>
          </p:cNvSpPr>
          <p:nvPr>
            <p:ph type="pic" sz="quarter" idx="15"/>
          </p:nvPr>
        </p:nvSpPr>
        <p:spPr>
          <a:xfrm>
            <a:off x="9140952" y="3429000"/>
            <a:ext cx="3051048" cy="1719072"/>
          </a:xfrm>
          <a:solidFill>
            <a:srgbClr val="BFBFBF"/>
          </a:solidFill>
        </p:spPr>
        <p:txBody>
          <a:bodyPr anchor="ctr" anchorCtr="0">
            <a:normAutofit/>
          </a:bodyPr>
          <a:lstStyle>
            <a:lvl1pPr marL="0" indent="0" algn="ctr">
              <a:buFontTx/>
              <a:buNone/>
              <a:defRPr sz="1200"/>
            </a:lvl1pPr>
          </a:lstStyle>
          <a:p>
            <a:r>
              <a:rPr lang="en-US"/>
              <a:t>Click icon to add picture</a:t>
            </a:r>
          </a:p>
        </p:txBody>
      </p:sp>
      <p:sp>
        <p:nvSpPr>
          <p:cNvPr id="9" name="Picture Placeholder 6">
            <a:extLst>
              <a:ext uri="{FF2B5EF4-FFF2-40B4-BE49-F238E27FC236}">
                <a16:creationId xmlns:a16="http://schemas.microsoft.com/office/drawing/2014/main" id="{A26BC3F3-33EB-F346-B70E-DE269C6819EE}"/>
              </a:ext>
            </a:extLst>
          </p:cNvPr>
          <p:cNvSpPr>
            <a:spLocks noGrp="1"/>
          </p:cNvSpPr>
          <p:nvPr>
            <p:ph type="pic" sz="quarter" idx="16"/>
          </p:nvPr>
        </p:nvSpPr>
        <p:spPr>
          <a:xfrm>
            <a:off x="9140952" y="5148072"/>
            <a:ext cx="3051048" cy="1709928"/>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6" name="Slide Number Placeholder 7">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3402688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Pictures an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9" name="Picture Placeholder 2">
            <a:extLst>
              <a:ext uri="{FF2B5EF4-FFF2-40B4-BE49-F238E27FC236}">
                <a16:creationId xmlns:a16="http://schemas.microsoft.com/office/drawing/2014/main" id="{6B9E9C5D-8364-0D47-AF90-417652D3C169}"/>
              </a:ext>
            </a:extLst>
          </p:cNvPr>
          <p:cNvSpPr>
            <a:spLocks noGrp="1"/>
          </p:cNvSpPr>
          <p:nvPr>
            <p:ph type="pic" sz="quarter" idx="16"/>
          </p:nvPr>
        </p:nvSpPr>
        <p:spPr>
          <a:xfrm>
            <a:off x="365126" y="1552575"/>
            <a:ext cx="3621024"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17" name="Text Placeholder 3">
            <a:extLst>
              <a:ext uri="{FF2B5EF4-FFF2-40B4-BE49-F238E27FC236}">
                <a16:creationId xmlns:a16="http://schemas.microsoft.com/office/drawing/2014/main" id="{D8A87F8F-2D9A-B243-A5FB-6E555C2704C5}"/>
              </a:ext>
            </a:extLst>
          </p:cNvPr>
          <p:cNvSpPr>
            <a:spLocks noGrp="1"/>
          </p:cNvSpPr>
          <p:nvPr>
            <p:ph type="body" sz="quarter" idx="17"/>
          </p:nvPr>
        </p:nvSpPr>
        <p:spPr>
          <a:xfrm>
            <a:off x="365760" y="3474720"/>
            <a:ext cx="3621024"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Picture Placeholder 4">
            <a:extLst>
              <a:ext uri="{FF2B5EF4-FFF2-40B4-BE49-F238E27FC236}">
                <a16:creationId xmlns:a16="http://schemas.microsoft.com/office/drawing/2014/main" id="{5797D6E4-4FD3-FB41-AC2F-B0BC44660939}"/>
              </a:ext>
            </a:extLst>
          </p:cNvPr>
          <p:cNvSpPr>
            <a:spLocks noGrp="1"/>
          </p:cNvSpPr>
          <p:nvPr>
            <p:ph type="pic" sz="quarter" idx="18"/>
          </p:nvPr>
        </p:nvSpPr>
        <p:spPr>
          <a:xfrm>
            <a:off x="4285171" y="1552575"/>
            <a:ext cx="3621024"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endParaRPr lang="en-US" dirty="0"/>
          </a:p>
        </p:txBody>
      </p:sp>
      <p:sp>
        <p:nvSpPr>
          <p:cNvPr id="25" name="Text Placeholder 5">
            <a:extLst>
              <a:ext uri="{FF2B5EF4-FFF2-40B4-BE49-F238E27FC236}">
                <a16:creationId xmlns:a16="http://schemas.microsoft.com/office/drawing/2014/main" id="{A8504504-7E85-584D-A20B-448D0D56BBE5}"/>
              </a:ext>
            </a:extLst>
          </p:cNvPr>
          <p:cNvSpPr>
            <a:spLocks noGrp="1"/>
          </p:cNvSpPr>
          <p:nvPr>
            <p:ph type="body" sz="quarter" idx="21"/>
          </p:nvPr>
        </p:nvSpPr>
        <p:spPr>
          <a:xfrm>
            <a:off x="4285488" y="3474720"/>
            <a:ext cx="3621024"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6">
            <a:extLst>
              <a:ext uri="{FF2B5EF4-FFF2-40B4-BE49-F238E27FC236}">
                <a16:creationId xmlns:a16="http://schemas.microsoft.com/office/drawing/2014/main" id="{8B42205D-9591-3C43-8A71-9811FC49A762}"/>
              </a:ext>
            </a:extLst>
          </p:cNvPr>
          <p:cNvSpPr>
            <a:spLocks noGrp="1"/>
          </p:cNvSpPr>
          <p:nvPr>
            <p:ph type="pic" sz="quarter" idx="19"/>
          </p:nvPr>
        </p:nvSpPr>
        <p:spPr>
          <a:xfrm>
            <a:off x="8205216" y="1552575"/>
            <a:ext cx="3621024"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27" name="Text Placeholder 7">
            <a:extLst>
              <a:ext uri="{FF2B5EF4-FFF2-40B4-BE49-F238E27FC236}">
                <a16:creationId xmlns:a16="http://schemas.microsoft.com/office/drawing/2014/main" id="{0BC915BB-BDF2-BD44-8C3A-2C34D2A9A632}"/>
              </a:ext>
            </a:extLst>
          </p:cNvPr>
          <p:cNvSpPr>
            <a:spLocks noGrp="1"/>
          </p:cNvSpPr>
          <p:nvPr>
            <p:ph type="body" sz="quarter" idx="22"/>
          </p:nvPr>
        </p:nvSpPr>
        <p:spPr>
          <a:xfrm>
            <a:off x="8205216" y="3474720"/>
            <a:ext cx="3621024"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8">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547607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98" userDrawn="1">
          <p15:clr>
            <a:srgbClr val="FBAE40"/>
          </p15:clr>
        </p15:guide>
        <p15:guide id="2" pos="2512" userDrawn="1">
          <p15:clr>
            <a:srgbClr val="FBAE40"/>
          </p15:clr>
        </p15:guide>
        <p15:guide id="5" pos="4982" userDrawn="1">
          <p15:clr>
            <a:srgbClr val="FBAE40"/>
          </p15:clr>
        </p15:guide>
        <p15:guide id="6" pos="5168" userDrawn="1">
          <p15:clr>
            <a:srgbClr val="FBAE40"/>
          </p15:clr>
        </p15:guide>
        <p15:guide id="7" orient="horz" pos="2074">
          <p15:clr>
            <a:srgbClr val="FBAE40"/>
          </p15:clr>
        </p15:guide>
        <p15:guide id="8" orient="horz" pos="218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our Pictures an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9" name="Picture Placeholder 2">
            <a:extLst>
              <a:ext uri="{FF2B5EF4-FFF2-40B4-BE49-F238E27FC236}">
                <a16:creationId xmlns:a16="http://schemas.microsoft.com/office/drawing/2014/main" id="{6B9E9C5D-8364-0D47-AF90-417652D3C169}"/>
              </a:ext>
            </a:extLst>
          </p:cNvPr>
          <p:cNvSpPr>
            <a:spLocks noGrp="1"/>
          </p:cNvSpPr>
          <p:nvPr>
            <p:ph type="pic" sz="quarter" idx="16"/>
          </p:nvPr>
        </p:nvSpPr>
        <p:spPr>
          <a:xfrm>
            <a:off x="365126" y="1552575"/>
            <a:ext cx="2642616"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17" name="Text Placeholder 3">
            <a:extLst>
              <a:ext uri="{FF2B5EF4-FFF2-40B4-BE49-F238E27FC236}">
                <a16:creationId xmlns:a16="http://schemas.microsoft.com/office/drawing/2014/main" id="{D8A87F8F-2D9A-B243-A5FB-6E555C2704C5}"/>
              </a:ext>
            </a:extLst>
          </p:cNvPr>
          <p:cNvSpPr>
            <a:spLocks noGrp="1"/>
          </p:cNvSpPr>
          <p:nvPr>
            <p:ph type="body" sz="quarter" idx="17"/>
          </p:nvPr>
        </p:nvSpPr>
        <p:spPr>
          <a:xfrm>
            <a:off x="36576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Picture Placeholder 4">
            <a:extLst>
              <a:ext uri="{FF2B5EF4-FFF2-40B4-BE49-F238E27FC236}">
                <a16:creationId xmlns:a16="http://schemas.microsoft.com/office/drawing/2014/main" id="{5797D6E4-4FD3-FB41-AC2F-B0BC44660939}"/>
              </a:ext>
            </a:extLst>
          </p:cNvPr>
          <p:cNvSpPr>
            <a:spLocks noGrp="1"/>
          </p:cNvSpPr>
          <p:nvPr>
            <p:ph type="pic" sz="quarter" idx="18"/>
          </p:nvPr>
        </p:nvSpPr>
        <p:spPr>
          <a:xfrm>
            <a:off x="3301999" y="1552575"/>
            <a:ext cx="2642616"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endParaRPr lang="en-US" dirty="0"/>
          </a:p>
        </p:txBody>
      </p:sp>
      <p:sp>
        <p:nvSpPr>
          <p:cNvPr id="25" name="Text Placeholder 5">
            <a:extLst>
              <a:ext uri="{FF2B5EF4-FFF2-40B4-BE49-F238E27FC236}">
                <a16:creationId xmlns:a16="http://schemas.microsoft.com/office/drawing/2014/main" id="{A8504504-7E85-584D-A20B-448D0D56BBE5}"/>
              </a:ext>
            </a:extLst>
          </p:cNvPr>
          <p:cNvSpPr>
            <a:spLocks noGrp="1"/>
          </p:cNvSpPr>
          <p:nvPr>
            <p:ph type="body" sz="quarter" idx="21"/>
          </p:nvPr>
        </p:nvSpPr>
        <p:spPr>
          <a:xfrm>
            <a:off x="33020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6">
            <a:extLst>
              <a:ext uri="{FF2B5EF4-FFF2-40B4-BE49-F238E27FC236}">
                <a16:creationId xmlns:a16="http://schemas.microsoft.com/office/drawing/2014/main" id="{8B42205D-9591-3C43-8A71-9811FC49A762}"/>
              </a:ext>
            </a:extLst>
          </p:cNvPr>
          <p:cNvSpPr>
            <a:spLocks noGrp="1"/>
          </p:cNvSpPr>
          <p:nvPr>
            <p:ph type="pic" sz="quarter" idx="19"/>
          </p:nvPr>
        </p:nvSpPr>
        <p:spPr>
          <a:xfrm>
            <a:off x="6248400" y="1552575"/>
            <a:ext cx="2642616"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27" name="Text Placeholder 7">
            <a:extLst>
              <a:ext uri="{FF2B5EF4-FFF2-40B4-BE49-F238E27FC236}">
                <a16:creationId xmlns:a16="http://schemas.microsoft.com/office/drawing/2014/main" id="{0BC915BB-BDF2-BD44-8C3A-2C34D2A9A632}"/>
              </a:ext>
            </a:extLst>
          </p:cNvPr>
          <p:cNvSpPr>
            <a:spLocks noGrp="1"/>
          </p:cNvSpPr>
          <p:nvPr>
            <p:ph type="body" sz="quarter" idx="22"/>
          </p:nvPr>
        </p:nvSpPr>
        <p:spPr>
          <a:xfrm>
            <a:off x="62484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Picture Placeholder 8">
            <a:extLst>
              <a:ext uri="{FF2B5EF4-FFF2-40B4-BE49-F238E27FC236}">
                <a16:creationId xmlns:a16="http://schemas.microsoft.com/office/drawing/2014/main" id="{DD93C7F7-3C80-DA48-9BC2-95DD73DF8782}"/>
              </a:ext>
            </a:extLst>
          </p:cNvPr>
          <p:cNvSpPr>
            <a:spLocks noGrp="1"/>
          </p:cNvSpPr>
          <p:nvPr>
            <p:ph type="pic" sz="quarter" idx="20"/>
          </p:nvPr>
        </p:nvSpPr>
        <p:spPr>
          <a:xfrm>
            <a:off x="9183624" y="1552575"/>
            <a:ext cx="2642616" cy="1737358"/>
          </a:xfrm>
          <a:solidFill>
            <a:srgbClr val="F2F2F2"/>
          </a:solidFill>
        </p:spPr>
        <p:txBody>
          <a:bodyPr anchor="ctr" anchorCtr="0">
            <a:normAutofit/>
          </a:bodyPr>
          <a:lstStyle>
            <a:lvl1pPr marL="0" indent="0" algn="ctr">
              <a:spcBef>
                <a:spcPts val="0"/>
              </a:spcBef>
              <a:buNone/>
              <a:defRPr sz="1200"/>
            </a:lvl1pPr>
          </a:lstStyle>
          <a:p>
            <a:r>
              <a:rPr lang="en-US"/>
              <a:t>Click icon to add picture</a:t>
            </a:r>
          </a:p>
        </p:txBody>
      </p:sp>
      <p:sp>
        <p:nvSpPr>
          <p:cNvPr id="29" name="Text Placeholder 9">
            <a:extLst>
              <a:ext uri="{FF2B5EF4-FFF2-40B4-BE49-F238E27FC236}">
                <a16:creationId xmlns:a16="http://schemas.microsoft.com/office/drawing/2014/main" id="{0A585D99-3BCE-844A-8969-7E2EFD217B54}"/>
              </a:ext>
            </a:extLst>
          </p:cNvPr>
          <p:cNvSpPr>
            <a:spLocks noGrp="1"/>
          </p:cNvSpPr>
          <p:nvPr>
            <p:ph type="body" sz="quarter" idx="23"/>
          </p:nvPr>
        </p:nvSpPr>
        <p:spPr>
          <a:xfrm>
            <a:off x="91821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10">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34536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p15:clr>
            <a:srgbClr val="FBAE40"/>
          </p15:clr>
        </p15:guide>
        <p15:guide id="2" pos="1896">
          <p15:clr>
            <a:srgbClr val="FBAE40"/>
          </p15:clr>
        </p15:guide>
        <p15:guide id="3" pos="5600">
          <p15:clr>
            <a:srgbClr val="FBAE40"/>
          </p15:clr>
        </p15:guide>
        <p15:guide id="4" pos="5784">
          <p15:clr>
            <a:srgbClr val="FBAE40"/>
          </p15:clr>
        </p15:guide>
        <p15:guide id="5" pos="3744">
          <p15:clr>
            <a:srgbClr val="FBAE40"/>
          </p15:clr>
        </p15:guide>
        <p15:guide id="6" pos="3936">
          <p15:clr>
            <a:srgbClr val="FBAE40"/>
          </p15:clr>
        </p15:guide>
        <p15:guide id="7" orient="horz" pos="2074" userDrawn="1">
          <p15:clr>
            <a:srgbClr val="FBAE40"/>
          </p15:clr>
        </p15:guide>
        <p15:guide id="8" orient="horz" pos="2188"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and One Picture">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3F25E4DD-7BAF-CF43-9AF5-512CC54177DD}"/>
              </a:ext>
            </a:extLst>
          </p:cNvPr>
          <p:cNvSpPr>
            <a:spLocks noGrp="1"/>
          </p:cNvSpPr>
          <p:nvPr>
            <p:ph type="pic" sz="quarter" idx="13"/>
          </p:nvPr>
        </p:nvSpPr>
        <p:spPr>
          <a:xfrm>
            <a:off x="0" y="0"/>
            <a:ext cx="12192000" cy="6858000"/>
          </a:xfrm>
          <a:solidFill>
            <a:srgbClr val="F2F2F2"/>
          </a:solidFill>
        </p:spPr>
        <p:txBody>
          <a:bodyPr anchor="ctr" anchorCtr="0">
            <a:normAutofit/>
          </a:bodyPr>
          <a:lstStyle>
            <a:lvl1pPr marL="0" indent="0" algn="ctr">
              <a:spcBef>
                <a:spcPts val="0"/>
              </a:spcBef>
              <a:buFontTx/>
              <a:buNone/>
              <a:defRPr sz="1200"/>
            </a:lvl1pPr>
          </a:lstStyle>
          <a:p>
            <a:r>
              <a:rPr lang="en-US"/>
              <a:t>Click icon to add picture</a:t>
            </a:r>
          </a:p>
        </p:txBody>
      </p:sp>
      <p:sp>
        <p:nvSpPr>
          <p:cNvPr id="2" name="Title 2">
            <a:extLst>
              <a:ext uri="{FF2B5EF4-FFF2-40B4-BE49-F238E27FC236}">
                <a16:creationId xmlns:a16="http://schemas.microsoft.com/office/drawing/2014/main" id="{ADC9E62E-3AF4-C24D-8B08-8A7FCB7EDCE0}"/>
              </a:ext>
            </a:extLst>
          </p:cNvPr>
          <p:cNvSpPr>
            <a:spLocks noGrp="1"/>
          </p:cNvSpPr>
          <p:nvPr>
            <p:ph type="title" hasCustomPrompt="1"/>
          </p:nvPr>
        </p:nvSpPr>
        <p:spPr/>
        <p:txBody>
          <a:bodyPr/>
          <a:lstStyle/>
          <a:p>
            <a:r>
              <a:rPr lang="en-US" dirty="0"/>
              <a:t>[Slide title]</a:t>
            </a:r>
          </a:p>
        </p:txBody>
      </p:sp>
      <p:sp>
        <p:nvSpPr>
          <p:cNvPr id="3" name="Slide Number Placeholder 3">
            <a:extLst>
              <a:ext uri="{FF2B5EF4-FFF2-40B4-BE49-F238E27FC236}">
                <a16:creationId xmlns:a16="http://schemas.microsoft.com/office/drawing/2014/main" id="{EE3D7CA1-C89E-E24C-B557-52A1F9AEBF30}"/>
              </a:ext>
            </a:extLst>
          </p:cNvPr>
          <p:cNvSpPr>
            <a:spLocks noGrp="1"/>
          </p:cNvSpPr>
          <p:nvPr>
            <p:ph type="sldNum" sz="quarter" idx="10"/>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953605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D8B1-1581-4488-A1A4-886D01EEFD4F}"/>
              </a:ext>
            </a:extLst>
          </p:cNvPr>
          <p:cNvSpPr>
            <a:spLocks noGrp="1"/>
          </p:cNvSpPr>
          <p:nvPr>
            <p:ph type="title" hasCustomPrompt="1"/>
          </p:nvPr>
        </p:nvSpPr>
        <p:spPr/>
        <p:txBody>
          <a:bodyPr/>
          <a:lstStyle>
            <a:lvl1pPr>
              <a:defRPr/>
            </a:lvl1pPr>
          </a:lstStyle>
          <a:p>
            <a:r>
              <a:rPr lang="en-US" dirty="0"/>
              <a:t>[Slide title]</a:t>
            </a:r>
          </a:p>
        </p:txBody>
      </p:sp>
      <p:sp>
        <p:nvSpPr>
          <p:cNvPr id="5" name="Slide Number Placeholder 2">
            <a:extLst>
              <a:ext uri="{FF2B5EF4-FFF2-40B4-BE49-F238E27FC236}">
                <a16:creationId xmlns:a16="http://schemas.microsoft.com/office/drawing/2014/main" id="{6CF9CDAC-EC28-4BA6-9827-D58133E18874}"/>
              </a:ext>
            </a:extLst>
          </p:cNvPr>
          <p:cNvSpPr>
            <a:spLocks noGrp="1"/>
          </p:cNvSpPr>
          <p:nvPr>
            <p:ph type="sldNum" sz="quarter" idx="12"/>
          </p:nvPr>
        </p:nvSpPr>
        <p:spPr/>
        <p:txBody>
          <a:bodyPr/>
          <a:lstStyle/>
          <a:p>
            <a:fld id="{B58DE5F1-E0F9-4CCA-92B7-7A6FC4DFEE14}" type="slidenum">
              <a:rPr lang="en-US" smtClean="0"/>
              <a:t>‹#›</a:t>
            </a:fld>
            <a:endParaRPr lang="en-US"/>
          </a:p>
        </p:txBody>
      </p:sp>
    </p:spTree>
    <p:extLst>
      <p:ext uri="{BB962C8B-B14F-4D97-AF65-F5344CB8AC3E}">
        <p14:creationId xmlns:p14="http://schemas.microsoft.com/office/powerpoint/2010/main" val="1450968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4" name="Bristol Myers Squibb" descr="Bristol Myers Squibb">
            <a:extLst>
              <a:ext uri="{FF2B5EF4-FFF2-40B4-BE49-F238E27FC236}">
                <a16:creationId xmlns:a16="http://schemas.microsoft.com/office/drawing/2014/main" id="{B50985CD-7333-F343-85B8-C4893E81FC91}"/>
              </a:ext>
            </a:extLst>
          </p:cNvPr>
          <p:cNvPicPr>
            <a:picLocks noChangeAspect="1"/>
          </p:cNvPicPr>
          <p:nvPr userDrawn="1"/>
        </p:nvPicPr>
        <p:blipFill>
          <a:blip r:embed="rId2"/>
          <a:stretch>
            <a:fillRect/>
          </a:stretch>
        </p:blipFill>
        <p:spPr bwMode="black">
          <a:xfrm>
            <a:off x="1645920" y="2194560"/>
            <a:ext cx="9056906" cy="2286000"/>
          </a:xfrm>
          <a:prstGeom prst="rect">
            <a:avLst/>
          </a:prstGeom>
          <a:noFill/>
        </p:spPr>
      </p:pic>
    </p:spTree>
    <p:extLst>
      <p:ext uri="{BB962C8B-B14F-4D97-AF65-F5344CB8AC3E}">
        <p14:creationId xmlns:p14="http://schemas.microsoft.com/office/powerpoint/2010/main" val="3444456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4" cy="822960"/>
          </a:xfrm>
          <a:prstGeom prst="rect">
            <a:avLst/>
          </a:prstGeom>
          <a:noFill/>
        </p:spPr>
      </p:pic>
      <p:sp>
        <p:nvSpPr>
          <p:cNvPr id="8" name="Thank You">
            <a:extLst>
              <a:ext uri="{FF2B5EF4-FFF2-40B4-BE49-F238E27FC236}">
                <a16:creationId xmlns:a16="http://schemas.microsoft.com/office/drawing/2014/main" id="{2DF7BC51-D766-5D44-8D23-2A1F0BF208B3}"/>
              </a:ext>
            </a:extLst>
          </p:cNvPr>
          <p:cNvSpPr txBox="1">
            <a:spLocks/>
          </p:cNvSpPr>
          <p:nvPr userDrawn="1"/>
        </p:nvSpPr>
        <p:spPr>
          <a:xfrm>
            <a:off x="365760" y="1554480"/>
            <a:ext cx="7543165" cy="18288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6000" b="0" kern="1200" spc="0" baseline="0">
                <a:solidFill>
                  <a:schemeClr val="tx1"/>
                </a:solidFill>
                <a:latin typeface="+mj-lt"/>
                <a:ea typeface="+mj-ea"/>
                <a:cs typeface="+mj-cs"/>
              </a:defRPr>
            </a:lvl1pPr>
          </a:lstStyle>
          <a:p>
            <a:r>
              <a:rPr lang="en-US" dirty="0"/>
              <a:t>Thank you</a:t>
            </a:r>
          </a:p>
        </p:txBody>
      </p:sp>
      <p:sp>
        <p:nvSpPr>
          <p:cNvPr id="5" name="Text Placeholder 1">
            <a:extLst>
              <a:ext uri="{FF2B5EF4-FFF2-40B4-BE49-F238E27FC236}">
                <a16:creationId xmlns:a16="http://schemas.microsoft.com/office/drawing/2014/main" id="{03D75AF2-C99D-9247-B7AF-B859D95DB41A}"/>
              </a:ext>
            </a:extLst>
          </p:cNvPr>
          <p:cNvSpPr>
            <a:spLocks noGrp="1"/>
          </p:cNvSpPr>
          <p:nvPr>
            <p:ph type="body" sz="quarter" idx="10" hasCustomPrompt="1"/>
          </p:nvPr>
        </p:nvSpPr>
        <p:spPr>
          <a:xfrm>
            <a:off x="365760" y="4434840"/>
            <a:ext cx="7543165" cy="1371600"/>
          </a:xfrm>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[Optional contact information]</a:t>
            </a:r>
          </a:p>
        </p:txBody>
      </p:sp>
    </p:spTree>
    <p:extLst>
      <p:ext uri="{BB962C8B-B14F-4D97-AF65-F5344CB8AC3E}">
        <p14:creationId xmlns:p14="http://schemas.microsoft.com/office/powerpoint/2010/main" val="62417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2.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5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smtClean="0"/>
              <a:pPr/>
              <a:t>7/28/2020</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B58DE5F1-E0F9-4CCA-92B7-7A6FC4DFEE14}" type="slidenum">
              <a:rPr lang="en-US" smtClean="0"/>
              <a:pPr/>
              <a:t>‹#›</a:t>
            </a:fld>
            <a:endParaRPr lang="en-US" dirty="0"/>
          </a:p>
        </p:txBody>
      </p:sp>
      <p:cxnSp>
        <p:nvCxnSpPr>
          <p:cNvPr id="8" name="Line">
            <a:extLst>
              <a:ext uri="{FF2B5EF4-FFF2-40B4-BE49-F238E27FC236}">
                <a16:creationId xmlns:a16="http://schemas.microsoft.com/office/drawing/2014/main" id="{CB151B02-304D-4A74-9A16-D7E6F1B204DF}"/>
              </a:ext>
              <a:ext uri="{C183D7F6-B498-43B3-948B-1728B52AA6E4}">
                <adec:decorative xmlns:adec="http://schemas.microsoft.com/office/drawing/2017/decorative" val="1"/>
              </a:ext>
            </a:extLst>
          </p:cNvPr>
          <p:cNvCxnSpPr>
            <a:cxnSpLocks/>
          </p:cNvCxnSpPr>
          <p:nvPr userDrawn="1"/>
        </p:nvCxnSpPr>
        <p:spPr bwMode="black">
          <a:xfrm>
            <a:off x="365760" y="6355080"/>
            <a:ext cx="11460480" cy="0"/>
          </a:xfrm>
          <a:prstGeom prst="line">
            <a:avLst/>
          </a:prstGeom>
          <a:ln w="6350" cap="rnd">
            <a:solidFill>
              <a:schemeClr val="tx1"/>
            </a:solidFill>
          </a:ln>
        </p:spPr>
        <p:style>
          <a:lnRef idx="1">
            <a:schemeClr val="accent1"/>
          </a:lnRef>
          <a:fillRef idx="0">
            <a:schemeClr val="accent1"/>
          </a:fillRef>
          <a:effectRef idx="0">
            <a:srgbClr val="000000"/>
          </a:effectRef>
          <a:fontRef idx="minor">
            <a:schemeClr val="lt1"/>
          </a:fontRef>
        </p:style>
      </p:cxnSp>
      <p:pic>
        <p:nvPicPr>
          <p:cNvPr id="9" name="Bristol Myers Squibb" descr="Bristol Myers Squibb">
            <a:extLst>
              <a:ext uri="{FF2B5EF4-FFF2-40B4-BE49-F238E27FC236}">
                <a16:creationId xmlns:a16="http://schemas.microsoft.com/office/drawing/2014/main" id="{230B8382-D9A2-41D2-AC49-665C33B6A698}"/>
              </a:ext>
            </a:extLst>
          </p:cNvPr>
          <p:cNvPicPr>
            <a:picLocks noChangeAspect="1"/>
          </p:cNvPicPr>
          <p:nvPr userDrawn="1"/>
        </p:nvPicPr>
        <p:blipFill>
          <a:blip r:embed="rId51"/>
          <a:stretch>
            <a:fillRect/>
          </a:stretch>
        </p:blipFill>
        <p:spPr bwMode="black">
          <a:xfrm>
            <a:off x="258318" y="6355080"/>
            <a:ext cx="1627632" cy="410821"/>
          </a:xfrm>
          <a:prstGeom prst="rect">
            <a:avLst/>
          </a:prstGeom>
          <a:noFill/>
        </p:spPr>
      </p:pic>
      <p:grpSp>
        <p:nvGrpSpPr>
          <p:cNvPr id="10" name="Group">
            <a:extLst>
              <a:ext uri="{FF2B5EF4-FFF2-40B4-BE49-F238E27FC236}">
                <a16:creationId xmlns:a16="http://schemas.microsoft.com/office/drawing/2014/main" id="{E83EDA71-9976-4455-84EF-CA9BB4D571C6}"/>
              </a:ext>
            </a:extLst>
          </p:cNvPr>
          <p:cNvGrpSpPr/>
          <p:nvPr userDrawn="1"/>
        </p:nvGrpSpPr>
        <p:grpSpPr>
          <a:xfrm>
            <a:off x="1874520" y="6458891"/>
            <a:ext cx="3919729" cy="231734"/>
            <a:chOff x="1874520" y="6458891"/>
            <a:chExt cx="3919729" cy="231734"/>
          </a:xfrm>
        </p:grpSpPr>
        <p:cxnSp>
          <p:nvCxnSpPr>
            <p:cNvPr id="11" name="Line">
              <a:extLst>
                <a:ext uri="{FF2B5EF4-FFF2-40B4-BE49-F238E27FC236}">
                  <a16:creationId xmlns:a16="http://schemas.microsoft.com/office/drawing/2014/main" id="{852D55AD-76FC-4970-9C6A-310BA1466A38}"/>
                </a:ext>
                <a:ext uri="{C183D7F6-B498-43B3-948B-1728B52AA6E4}">
                  <adec:decorative xmlns:adec="http://schemas.microsoft.com/office/drawing/2017/decorative" val="1"/>
                </a:ext>
              </a:extLst>
            </p:cNvPr>
            <p:cNvCxnSpPr/>
            <p:nvPr userDrawn="1"/>
          </p:nvCxnSpPr>
          <p:spPr bwMode="black">
            <a:xfrm>
              <a:off x="1874520" y="6458891"/>
              <a:ext cx="0" cy="228600"/>
            </a:xfrm>
            <a:prstGeom prst="line">
              <a:avLst/>
            </a:prstGeom>
            <a:ln w="6350" cap="rnd">
              <a:solidFill>
                <a:schemeClr val="tx1"/>
              </a:solidFill>
            </a:ln>
          </p:spPr>
          <p:style>
            <a:lnRef idx="1">
              <a:schemeClr val="accent1"/>
            </a:lnRef>
            <a:fillRef idx="0">
              <a:schemeClr val="accent1"/>
            </a:fillRef>
            <a:effectRef idx="0">
              <a:srgbClr val="000000"/>
            </a:effectRef>
            <a:fontRef idx="minor">
              <a:schemeClr val="lt1"/>
            </a:fontRef>
          </p:style>
        </p:cxnSp>
        <p:sp>
          <p:nvSpPr>
            <p:cNvPr id="12" name="Division/Therapeutic Area">
              <a:extLst>
                <a:ext uri="{FF2B5EF4-FFF2-40B4-BE49-F238E27FC236}">
                  <a16:creationId xmlns:a16="http://schemas.microsoft.com/office/drawing/2014/main" id="{67D10568-C7B6-4A8A-9FE2-911ECE4B8362}"/>
                </a:ext>
              </a:extLst>
            </p:cNvPr>
            <p:cNvSpPr txBox="1"/>
            <p:nvPr userDrawn="1"/>
          </p:nvSpPr>
          <p:spPr>
            <a:xfrm>
              <a:off x="2011680" y="6462065"/>
              <a:ext cx="3782569" cy="228560"/>
            </a:xfrm>
            <a:prstGeom prst="rect">
              <a:avLst/>
            </a:prstGeom>
            <a:noFill/>
          </p:spPr>
          <p:txBody>
            <a:bodyPr wrap="none" lIns="0" tIns="0" rIns="0" bIns="0" rtlCol="0" anchor="ctr" anchorCtr="0">
              <a:noAutofit/>
            </a:bodyPr>
            <a:lstStyle/>
            <a:p>
              <a:pPr marL="0" indent="0" algn="l">
                <a:lnSpc>
                  <a:spcPct val="100000"/>
                </a:lnSpc>
                <a:spcBef>
                  <a:spcPts val="0"/>
                </a:spcBef>
                <a:buSzPct val="100000"/>
                <a:buFontTx/>
                <a:buNone/>
              </a:pPr>
              <a:r>
                <a:rPr lang="en-US" sz="1100" b="0" dirty="0">
                  <a:solidFill>
                    <a:schemeClr val="tx1"/>
                  </a:solidFill>
                </a:rPr>
                <a:t>Division/Therapeutic Area</a:t>
              </a:r>
            </a:p>
          </p:txBody>
        </p:sp>
      </p:grpSp>
      <p:sp>
        <p:nvSpPr>
          <p:cNvPr id="13" name="Disclaimer">
            <a:extLst>
              <a:ext uri="{FF2B5EF4-FFF2-40B4-BE49-F238E27FC236}">
                <a16:creationId xmlns:a16="http://schemas.microsoft.com/office/drawing/2014/main" id="{1E7B3A88-C4F2-431C-9319-2AEC909BE435}"/>
              </a:ext>
            </a:extLst>
          </p:cNvPr>
          <p:cNvSpPr txBox="1"/>
          <p:nvPr userDrawn="1"/>
        </p:nvSpPr>
        <p:spPr>
          <a:xfrm>
            <a:off x="8205216" y="6429375"/>
            <a:ext cx="3209544" cy="228600"/>
          </a:xfrm>
          <a:prstGeom prst="rect">
            <a:avLst/>
          </a:prstGeom>
          <a:noFill/>
        </p:spPr>
        <p:txBody>
          <a:bodyPr wrap="square" lIns="0" tIns="0" rIns="0" bIns="9144" rtlCol="0" anchor="b" anchorCtr="0">
            <a:noAutofit/>
          </a:bodyPr>
          <a:lstStyle/>
          <a:p>
            <a:pPr marL="0" indent="0" algn="r">
              <a:lnSpc>
                <a:spcPct val="100000"/>
              </a:lnSpc>
              <a:spcBef>
                <a:spcPts val="0"/>
              </a:spcBef>
              <a:buSzPct val="100000"/>
              <a:buFontTx/>
              <a:buNone/>
            </a:pPr>
            <a:r>
              <a:rPr lang="en-US" sz="800" b="0" dirty="0"/>
              <a:t>Internal Use Only</a:t>
            </a:r>
          </a:p>
        </p:txBody>
      </p:sp>
    </p:spTree>
    <p:extLst>
      <p:ext uri="{BB962C8B-B14F-4D97-AF65-F5344CB8AC3E}">
        <p14:creationId xmlns:p14="http://schemas.microsoft.com/office/powerpoint/2010/main" val="1224970181"/>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 id="2147483842" r:id="rId13"/>
    <p:sldLayoutId id="2147483843" r:id="rId14"/>
    <p:sldLayoutId id="2147483844" r:id="rId15"/>
    <p:sldLayoutId id="2147483845" r:id="rId16"/>
    <p:sldLayoutId id="2147483846" r:id="rId17"/>
    <p:sldLayoutId id="2147483847" r:id="rId18"/>
    <p:sldLayoutId id="2147483848" r:id="rId19"/>
    <p:sldLayoutId id="2147483649" r:id="rId20"/>
    <p:sldLayoutId id="2147483711" r:id="rId21"/>
    <p:sldLayoutId id="2147483699" r:id="rId22"/>
    <p:sldLayoutId id="2147483712" r:id="rId23"/>
    <p:sldLayoutId id="2147483651" r:id="rId24"/>
    <p:sldLayoutId id="2147483700" r:id="rId25"/>
    <p:sldLayoutId id="2147483716" r:id="rId26"/>
    <p:sldLayoutId id="2147483717" r:id="rId27"/>
    <p:sldLayoutId id="2147483718" r:id="rId28"/>
    <p:sldLayoutId id="2147483721" r:id="rId29"/>
    <p:sldLayoutId id="2147483722" r:id="rId30"/>
    <p:sldLayoutId id="2147483723" r:id="rId31"/>
    <p:sldLayoutId id="2147483656" r:id="rId32"/>
    <p:sldLayoutId id="2147483849" r:id="rId33"/>
    <p:sldLayoutId id="2147483660" r:id="rId34"/>
    <p:sldLayoutId id="2147483661" r:id="rId35"/>
    <p:sldLayoutId id="2147483694" r:id="rId36"/>
    <p:sldLayoutId id="2147483710" r:id="rId37"/>
    <p:sldLayoutId id="2147483713" r:id="rId38"/>
    <p:sldLayoutId id="2147483715" r:id="rId39"/>
    <p:sldLayoutId id="2147483691" r:id="rId40"/>
    <p:sldLayoutId id="2147483692" r:id="rId41"/>
    <p:sldLayoutId id="2147483693" r:id="rId42"/>
    <p:sldLayoutId id="2147483714" r:id="rId43"/>
    <p:sldLayoutId id="2147483698" r:id="rId44"/>
    <p:sldLayoutId id="2147483695" r:id="rId45"/>
    <p:sldLayoutId id="2147483654" r:id="rId46"/>
    <p:sldLayoutId id="2147483696" r:id="rId47"/>
    <p:sldLayoutId id="2147483697" r:id="rId4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14400" rtl="0" eaLnBrk="1" latinLnBrk="0" hangingPunct="1">
        <a:lnSpc>
          <a:spcPct val="90000"/>
        </a:lnSpc>
        <a:spcBef>
          <a:spcPct val="0"/>
        </a:spcBef>
        <a:buNone/>
        <a:defRPr kumimoji="1"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kumimoji="1"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kumimoji="1"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kumimoji="1"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50">
          <p15:clr>
            <a:srgbClr val="F26B43"/>
          </p15:clr>
        </p15:guide>
        <p15:guide id="4" orient="horz" pos="978">
          <p15:clr>
            <a:srgbClr val="F26B43"/>
          </p15:clr>
        </p15:guide>
        <p15:guide id="5" orient="horz" pos="38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19.xml"/><Relationship Id="rId4" Type="http://schemas.openxmlformats.org/officeDocument/2006/relationships/image" Target="../media/image7.tmp"/></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9.tmp"/><Relationship Id="rId3" Type="http://schemas.openxmlformats.org/officeDocument/2006/relationships/diagramLayout" Target="../diagrams/layout2.xml"/><Relationship Id="rId7" Type="http://schemas.openxmlformats.org/officeDocument/2006/relationships/image" Target="../media/image8.tmp"/><Relationship Id="rId12" Type="http://schemas.microsoft.com/office/2007/relationships/diagramDrawing" Target="../diagrams/drawing3.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11" Type="http://schemas.openxmlformats.org/officeDocument/2006/relationships/diagramColors" Target="../diagrams/colors3.xml"/><Relationship Id="rId5" Type="http://schemas.openxmlformats.org/officeDocument/2006/relationships/diagramColors" Target="../diagrams/colors2.xml"/><Relationship Id="rId10" Type="http://schemas.openxmlformats.org/officeDocument/2006/relationships/diagramQuickStyle" Target="../diagrams/quickStyle3.xml"/><Relationship Id="rId4" Type="http://schemas.openxmlformats.org/officeDocument/2006/relationships/diagramQuickStyle" Target="../diagrams/quickStyle2.xml"/><Relationship Id="rId9"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7C467A-5930-9A43-9ED9-65FE50D9360D}"/>
              </a:ext>
            </a:extLst>
          </p:cNvPr>
          <p:cNvSpPr>
            <a:spLocks noGrp="1"/>
          </p:cNvSpPr>
          <p:nvPr>
            <p:ph sz="half" idx="1"/>
          </p:nvPr>
        </p:nvSpPr>
        <p:spPr>
          <a:xfrm>
            <a:off x="365758" y="1621155"/>
            <a:ext cx="10226042" cy="4572000"/>
          </a:xfrm>
        </p:spPr>
        <p:txBody>
          <a:bodyPr>
            <a:normAutofit/>
          </a:bodyPr>
          <a:lstStyle/>
          <a:p>
            <a:pPr marL="0" indent="0">
              <a:lnSpc>
                <a:spcPct val="90000"/>
              </a:lnSpc>
              <a:spcAft>
                <a:spcPts val="600"/>
              </a:spcAft>
              <a:buNone/>
            </a:pPr>
            <a:r>
              <a:rPr lang="en-US" altLang="ja-JP" sz="1700" cap="none" dirty="0"/>
              <a:t>With Celgene successfully integrated with BMS Japan, as well as re-organization of existing business unit of Oncology, changes are required for tracking prescription data in order to enhance patients’ experience and strengthen commercial capabilities. General situation of prescription data tracking for japan market is as below.</a:t>
            </a:r>
            <a:endParaRPr lang="en-US" sz="1700" cap="none" dirty="0"/>
          </a:p>
          <a:p>
            <a:pPr>
              <a:lnSpc>
                <a:spcPct val="90000"/>
              </a:lnSpc>
              <a:spcAft>
                <a:spcPts val="600"/>
              </a:spcAft>
            </a:pPr>
            <a:r>
              <a:rPr lang="en-US" sz="1700" cap="none" dirty="0"/>
              <a:t>What is happened:</a:t>
            </a:r>
          </a:p>
          <a:p>
            <a:pPr lvl="1">
              <a:lnSpc>
                <a:spcPct val="90000"/>
              </a:lnSpc>
              <a:spcAft>
                <a:spcPts val="600"/>
              </a:spcAft>
            </a:pPr>
            <a:r>
              <a:rPr lang="en-US" sz="1500" cap="none" dirty="0"/>
              <a:t>ONO alliance   -   ONO is going to track  prescription data of ONC1 products at patient level.</a:t>
            </a:r>
          </a:p>
          <a:p>
            <a:pPr lvl="1">
              <a:lnSpc>
                <a:spcPct val="90000"/>
              </a:lnSpc>
              <a:spcAft>
                <a:spcPts val="600"/>
              </a:spcAft>
            </a:pPr>
            <a:r>
              <a:rPr lang="en-US" sz="1500" cap="none" dirty="0"/>
              <a:t>Business unit re-organization  -   EMPLICITI, SPRYCEL,OP HL have been moved from ONC2 to Hema new BU.</a:t>
            </a:r>
          </a:p>
          <a:p>
            <a:pPr>
              <a:lnSpc>
                <a:spcPct val="90000"/>
              </a:lnSpc>
              <a:spcAft>
                <a:spcPts val="600"/>
              </a:spcAft>
            </a:pPr>
            <a:r>
              <a:rPr lang="en-US" sz="1700" cap="none" dirty="0"/>
              <a:t>What is current situation:</a:t>
            </a:r>
          </a:p>
          <a:p>
            <a:pPr lvl="1">
              <a:lnSpc>
                <a:spcPct val="90000"/>
              </a:lnSpc>
              <a:spcAft>
                <a:spcPts val="600"/>
              </a:spcAft>
            </a:pPr>
            <a:r>
              <a:rPr lang="en-US" altLang="ja-JP" sz="1500" cap="none" dirty="0"/>
              <a:t>Oncology BU</a:t>
            </a:r>
            <a:r>
              <a:rPr lang="ja-JP" altLang="en-US" sz="1500" cap="none" dirty="0"/>
              <a:t> </a:t>
            </a:r>
            <a:r>
              <a:rPr lang="en-US" altLang="ja-JP" sz="1500" cap="none" dirty="0"/>
              <a:t>is divided into 2 sales orgs, ONC1 and ONC2.Respectively in charge of promoting products in slide 2.</a:t>
            </a:r>
            <a:endParaRPr lang="en-US" sz="1500" cap="none" dirty="0"/>
          </a:p>
          <a:p>
            <a:pPr lvl="1">
              <a:lnSpc>
                <a:spcPct val="90000"/>
              </a:lnSpc>
              <a:spcAft>
                <a:spcPts val="600"/>
              </a:spcAft>
            </a:pPr>
            <a:r>
              <a:rPr lang="en-US" sz="1500" cap="none" dirty="0"/>
              <a:t>ONC2 products as well as </a:t>
            </a:r>
            <a:r>
              <a:rPr lang="en-US" altLang="ja-JP" sz="1500" cap="none" dirty="0"/>
              <a:t>EMPLICITI, SPRYCEL,OP HL using </a:t>
            </a:r>
            <a:r>
              <a:rPr lang="en-US" altLang="ja-JP" sz="1500" b="1" i="1" cap="none" dirty="0"/>
              <a:t>Patient prescription follow up </a:t>
            </a:r>
            <a:r>
              <a:rPr lang="en-US" altLang="ja-JP" sz="1500" cap="none" dirty="0"/>
              <a:t>to track </a:t>
            </a:r>
            <a:r>
              <a:rPr lang="en-US" altLang="ja-JP" sz="1500" b="1" cap="none" dirty="0"/>
              <a:t>patient level</a:t>
            </a:r>
            <a:r>
              <a:rPr lang="en-US" altLang="ja-JP" sz="1500" cap="none" dirty="0"/>
              <a:t> data</a:t>
            </a:r>
          </a:p>
          <a:p>
            <a:pPr lvl="1">
              <a:lnSpc>
                <a:spcPct val="90000"/>
              </a:lnSpc>
              <a:spcAft>
                <a:spcPts val="600"/>
              </a:spcAft>
            </a:pPr>
            <a:r>
              <a:rPr lang="en-US" altLang="ja-JP" sz="1500" cap="none" dirty="0"/>
              <a:t>ONC1 products using monthly Advanced survey to collect number-based prescription data and exchange data with ONO</a:t>
            </a:r>
          </a:p>
          <a:p>
            <a:pPr>
              <a:lnSpc>
                <a:spcPct val="90000"/>
              </a:lnSpc>
              <a:spcAft>
                <a:spcPts val="600"/>
              </a:spcAft>
            </a:pPr>
            <a:r>
              <a:rPr lang="en-US" sz="1700" cap="none" dirty="0"/>
              <a:t>What is needed:</a:t>
            </a:r>
          </a:p>
          <a:p>
            <a:pPr lvl="1">
              <a:lnSpc>
                <a:spcPct val="90000"/>
              </a:lnSpc>
              <a:spcAft>
                <a:spcPts val="600"/>
              </a:spcAft>
            </a:pPr>
            <a:r>
              <a:rPr lang="en-US" sz="1500" cap="none" dirty="0"/>
              <a:t>ONC1 products to use patient prescription follow up</a:t>
            </a:r>
          </a:p>
          <a:p>
            <a:pPr lvl="1">
              <a:lnSpc>
                <a:spcPct val="90000"/>
              </a:lnSpc>
              <a:spcAft>
                <a:spcPts val="600"/>
              </a:spcAft>
            </a:pPr>
            <a:r>
              <a:rPr lang="en-US" sz="1500" cap="none" dirty="0"/>
              <a:t>Remove </a:t>
            </a:r>
            <a:r>
              <a:rPr lang="en-US" altLang="ja-JP" sz="1500" cap="none" dirty="0"/>
              <a:t>EMPLICITI, SPRYCEL,OP HL from current ONC page</a:t>
            </a:r>
            <a:endParaRPr lang="en-US" sz="1500" cap="none" dirty="0"/>
          </a:p>
        </p:txBody>
      </p:sp>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wrap="none" anchor="b">
            <a:normAutofit/>
          </a:bodyPr>
          <a:lstStyle/>
          <a:p>
            <a:pPr>
              <a:spcAft>
                <a:spcPts val="600"/>
              </a:spcAft>
            </a:pPr>
            <a:fld id="{B58DE5F1-E0F9-4CCA-92B7-7A6FC4DFEE14}" type="slidenum">
              <a:rPr lang="en-US" smtClean="0"/>
              <a:pPr>
                <a:spcAft>
                  <a:spcPts val="600"/>
                </a:spcAft>
              </a:pPr>
              <a:t>1</a:t>
            </a:fld>
            <a:endParaRPr lang="en-US"/>
          </a:p>
        </p:txBody>
      </p:sp>
      <p:grpSp>
        <p:nvGrpSpPr>
          <p:cNvPr id="18" name="グループ化 17">
            <a:extLst>
              <a:ext uri="{FF2B5EF4-FFF2-40B4-BE49-F238E27FC236}">
                <a16:creationId xmlns:a16="http://schemas.microsoft.com/office/drawing/2014/main" id="{7BF39EFC-CCEF-4972-838A-06EF63F4BC66}"/>
              </a:ext>
            </a:extLst>
          </p:cNvPr>
          <p:cNvGrpSpPr/>
          <p:nvPr/>
        </p:nvGrpSpPr>
        <p:grpSpPr>
          <a:xfrm>
            <a:off x="0" y="175081"/>
            <a:ext cx="12192000" cy="1200329"/>
            <a:chOff x="0" y="422731"/>
            <a:chExt cx="12192000" cy="1200329"/>
          </a:xfrm>
        </p:grpSpPr>
        <p:sp>
          <p:nvSpPr>
            <p:cNvPr id="14" name="テキスト ボックス 13">
              <a:extLst>
                <a:ext uri="{FF2B5EF4-FFF2-40B4-BE49-F238E27FC236}">
                  <a16:creationId xmlns:a16="http://schemas.microsoft.com/office/drawing/2014/main" id="{E1A7ED99-A5E5-4DB4-89A7-F283265686FF}"/>
                </a:ext>
              </a:extLst>
            </p:cNvPr>
            <p:cNvSpPr txBox="1"/>
            <p:nvPr/>
          </p:nvSpPr>
          <p:spPr>
            <a:xfrm>
              <a:off x="365758" y="422731"/>
              <a:ext cx="7829550" cy="1200329"/>
            </a:xfrm>
            <a:prstGeom prst="rect">
              <a:avLst/>
            </a:prstGeom>
            <a:noFill/>
          </p:spPr>
          <p:txBody>
            <a:bodyPr wrap="square" rtlCol="0">
              <a:spAutoFit/>
            </a:bodyPr>
            <a:lstStyle/>
            <a:p>
              <a:r>
                <a:rPr kumimoji="1" lang="en-US" altLang="ja-JP" sz="3600" dirty="0"/>
                <a:t>Overall</a:t>
              </a:r>
            </a:p>
            <a:p>
              <a:r>
                <a:rPr kumimoji="1" lang="en-US" altLang="ja-JP" sz="2800" dirty="0"/>
                <a:t>Description of background</a:t>
              </a:r>
              <a:r>
                <a:rPr kumimoji="1" lang="en-US" altLang="ja-JP" sz="3600" dirty="0"/>
                <a:t>  </a:t>
              </a:r>
              <a:endParaRPr kumimoji="1" lang="ja-JP" altLang="en-US" sz="3600" dirty="0"/>
            </a:p>
          </p:txBody>
        </p:sp>
        <p:cxnSp>
          <p:nvCxnSpPr>
            <p:cNvPr id="16" name="直線コネクタ 15">
              <a:extLst>
                <a:ext uri="{FF2B5EF4-FFF2-40B4-BE49-F238E27FC236}">
                  <a16:creationId xmlns:a16="http://schemas.microsoft.com/office/drawing/2014/main" id="{A77BA735-D9EB-4F1D-976C-BC715729B4ED}"/>
                </a:ext>
              </a:extLst>
            </p:cNvPr>
            <p:cNvCxnSpPr>
              <a:cxnSpLocks/>
            </p:cNvCxnSpPr>
            <p:nvPr/>
          </p:nvCxnSpPr>
          <p:spPr>
            <a:xfrm>
              <a:off x="0" y="1125855"/>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01736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2390B1-80C3-4A95-A6E6-C7A4EC53B93F}"/>
              </a:ext>
            </a:extLst>
          </p:cNvPr>
          <p:cNvSpPr>
            <a:spLocks noGrp="1"/>
          </p:cNvSpPr>
          <p:nvPr>
            <p:ph type="title"/>
          </p:nvPr>
        </p:nvSpPr>
        <p:spPr>
          <a:xfrm>
            <a:off x="179070" y="518160"/>
            <a:ext cx="11460480" cy="914400"/>
          </a:xfrm>
        </p:spPr>
        <p:txBody>
          <a:bodyPr>
            <a:normAutofit/>
          </a:bodyPr>
          <a:lstStyle/>
          <a:p>
            <a:pPr algn="l"/>
            <a:r>
              <a:rPr kumimoji="1" lang="en-US" altLang="ja-JP" sz="2800" cap="none" dirty="0"/>
              <a:t>Products promoted by ONC1/ONC2</a:t>
            </a:r>
            <a:endParaRPr kumimoji="1" lang="ja-JP" altLang="en-US" sz="2800" cap="none" dirty="0"/>
          </a:p>
        </p:txBody>
      </p:sp>
      <p:sp>
        <p:nvSpPr>
          <p:cNvPr id="3" name="コンテンツ プレースホルダー 2">
            <a:extLst>
              <a:ext uri="{FF2B5EF4-FFF2-40B4-BE49-F238E27FC236}">
                <a16:creationId xmlns:a16="http://schemas.microsoft.com/office/drawing/2014/main" id="{A635CBB7-1CD3-4733-B1D4-6D0F449BA116}"/>
              </a:ext>
            </a:extLst>
          </p:cNvPr>
          <p:cNvSpPr>
            <a:spLocks noGrp="1"/>
          </p:cNvSpPr>
          <p:nvPr>
            <p:ph sz="half" idx="1"/>
          </p:nvPr>
        </p:nvSpPr>
        <p:spPr/>
        <p:txBody>
          <a:bodyPr/>
          <a:lstStyle/>
          <a:p>
            <a:pPr marL="0" indent="0" algn="ctr">
              <a:buNone/>
            </a:pPr>
            <a:r>
              <a:rPr kumimoji="1" lang="en-US" altLang="ja-JP" dirty="0"/>
              <a:t>ONC1</a:t>
            </a:r>
          </a:p>
          <a:p>
            <a:r>
              <a:rPr lang="en-US" altLang="ja-JP" dirty="0"/>
              <a:t>OPDIVO LUNG</a:t>
            </a:r>
          </a:p>
          <a:p>
            <a:pPr fontAlgn="ctr"/>
            <a:r>
              <a:rPr lang="en-US" altLang="ja-JP" dirty="0"/>
              <a:t>OPDIVO RCC</a:t>
            </a:r>
            <a:endParaRPr lang="ja-JP" altLang="ja-JP" dirty="0"/>
          </a:p>
          <a:p>
            <a:pPr fontAlgn="ctr"/>
            <a:r>
              <a:rPr lang="en-US" altLang="ja-JP" dirty="0"/>
              <a:t>OPDIVO+YERVOY RCC</a:t>
            </a:r>
            <a:endParaRPr lang="ja-JP" altLang="ja-JP" dirty="0"/>
          </a:p>
          <a:p>
            <a:pPr fontAlgn="ctr"/>
            <a:r>
              <a:rPr lang="en-US" altLang="ja-JP" dirty="0"/>
              <a:t>OPDIVO H&amp;N</a:t>
            </a:r>
          </a:p>
          <a:p>
            <a:pPr fontAlgn="ctr"/>
            <a:r>
              <a:rPr lang="en-US" altLang="ja-JP" dirty="0"/>
              <a:t>OPDIVO MELANOMA</a:t>
            </a:r>
            <a:endParaRPr lang="ja-JP" altLang="ja-JP" dirty="0"/>
          </a:p>
          <a:p>
            <a:pPr fontAlgn="ctr"/>
            <a:r>
              <a:rPr lang="en-US" altLang="ja-JP" dirty="0"/>
              <a:t>OPDIVO+YERVOY MELANOMA</a:t>
            </a:r>
            <a:endParaRPr lang="ja-JP" altLang="ja-JP" dirty="0"/>
          </a:p>
          <a:p>
            <a:pPr fontAlgn="ctr"/>
            <a:r>
              <a:rPr lang="en-US" altLang="ja-JP" dirty="0"/>
              <a:t>YERVOY</a:t>
            </a:r>
            <a:endParaRPr lang="ja-JP" altLang="ja-JP" dirty="0"/>
          </a:p>
          <a:p>
            <a:pPr fontAlgn="ctr"/>
            <a:endParaRPr lang="ja-JP" altLang="ja-JP" dirty="0"/>
          </a:p>
          <a:p>
            <a:endParaRPr kumimoji="1" lang="en-US" altLang="ja-JP" dirty="0"/>
          </a:p>
          <a:p>
            <a:endParaRPr kumimoji="1" lang="ja-JP" altLang="en-US" dirty="0"/>
          </a:p>
        </p:txBody>
      </p:sp>
      <p:sp>
        <p:nvSpPr>
          <p:cNvPr id="4" name="コンテンツ プレースホルダー 3">
            <a:extLst>
              <a:ext uri="{FF2B5EF4-FFF2-40B4-BE49-F238E27FC236}">
                <a16:creationId xmlns:a16="http://schemas.microsoft.com/office/drawing/2014/main" id="{38C4555B-E75E-425D-800E-EB5B8B1EA0B8}"/>
              </a:ext>
            </a:extLst>
          </p:cNvPr>
          <p:cNvSpPr>
            <a:spLocks noGrp="1"/>
          </p:cNvSpPr>
          <p:nvPr>
            <p:ph sz="half" idx="2"/>
          </p:nvPr>
        </p:nvSpPr>
        <p:spPr/>
        <p:txBody>
          <a:bodyPr/>
          <a:lstStyle/>
          <a:p>
            <a:pPr marL="0" indent="0" algn="ctr">
              <a:buNone/>
            </a:pPr>
            <a:r>
              <a:rPr kumimoji="1" lang="en-US" altLang="ja-JP" dirty="0"/>
              <a:t>ONC2</a:t>
            </a:r>
          </a:p>
          <a:p>
            <a:r>
              <a:rPr kumimoji="1" lang="en-US" altLang="ja-JP" dirty="0"/>
              <a:t>OPDIVO GC</a:t>
            </a:r>
          </a:p>
          <a:p>
            <a:r>
              <a:rPr lang="en-US" altLang="ja-JP" dirty="0"/>
              <a:t>OPDIVO ESOPHAGEAL</a:t>
            </a:r>
          </a:p>
          <a:p>
            <a:r>
              <a:rPr kumimoji="1" lang="en-US" altLang="ja-JP" dirty="0"/>
              <a:t>OPDIVO CRC</a:t>
            </a:r>
          </a:p>
          <a:p>
            <a:r>
              <a:rPr lang="en-US" altLang="ja-JP" dirty="0"/>
              <a:t>OPDIVO+YERVOY CRC</a:t>
            </a:r>
          </a:p>
          <a:p>
            <a:endParaRPr lang="en-US" altLang="ja-JP" dirty="0"/>
          </a:p>
          <a:p>
            <a:endParaRPr kumimoji="1" lang="ja-JP" altLang="en-US" dirty="0"/>
          </a:p>
        </p:txBody>
      </p:sp>
      <p:sp>
        <p:nvSpPr>
          <p:cNvPr id="5" name="スライド番号プレースホルダー 4">
            <a:extLst>
              <a:ext uri="{FF2B5EF4-FFF2-40B4-BE49-F238E27FC236}">
                <a16:creationId xmlns:a16="http://schemas.microsoft.com/office/drawing/2014/main" id="{3BAF208D-303E-490D-BC1C-2540CBC673D9}"/>
              </a:ext>
            </a:extLst>
          </p:cNvPr>
          <p:cNvSpPr>
            <a:spLocks noGrp="1"/>
          </p:cNvSpPr>
          <p:nvPr>
            <p:ph type="sldNum" sz="quarter" idx="12"/>
          </p:nvPr>
        </p:nvSpPr>
        <p:spPr/>
        <p:txBody>
          <a:bodyPr/>
          <a:lstStyle/>
          <a:p>
            <a:fld id="{B58DE5F1-E0F9-4CCA-92B7-7A6FC4DFEE14}" type="slidenum">
              <a:rPr lang="en-US" smtClean="0"/>
              <a:t>2</a:t>
            </a:fld>
            <a:endParaRPr lang="en-US"/>
          </a:p>
        </p:txBody>
      </p:sp>
      <p:cxnSp>
        <p:nvCxnSpPr>
          <p:cNvPr id="6" name="直線コネクタ 5">
            <a:extLst>
              <a:ext uri="{FF2B5EF4-FFF2-40B4-BE49-F238E27FC236}">
                <a16:creationId xmlns:a16="http://schemas.microsoft.com/office/drawing/2014/main" id="{3AFE75C8-771D-48E0-9A69-6A322CD2209D}"/>
              </a:ext>
            </a:extLst>
          </p:cNvPr>
          <p:cNvCxnSpPr>
            <a:cxnSpLocks/>
          </p:cNvCxnSpPr>
          <p:nvPr/>
        </p:nvCxnSpPr>
        <p:spPr>
          <a:xfrm>
            <a:off x="0" y="697230"/>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正方形/長方形 6">
            <a:extLst>
              <a:ext uri="{FF2B5EF4-FFF2-40B4-BE49-F238E27FC236}">
                <a16:creationId xmlns:a16="http://schemas.microsoft.com/office/drawing/2014/main" id="{DA62A645-0C2C-427E-A075-DBD6CEC545DE}"/>
              </a:ext>
            </a:extLst>
          </p:cNvPr>
          <p:cNvSpPr/>
          <p:nvPr/>
        </p:nvSpPr>
        <p:spPr>
          <a:xfrm>
            <a:off x="365760" y="1554480"/>
            <a:ext cx="5577840" cy="45719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8186F8B-2131-4AB8-869C-8BE790FE12DC}"/>
              </a:ext>
            </a:extLst>
          </p:cNvPr>
          <p:cNvSpPr/>
          <p:nvPr/>
        </p:nvSpPr>
        <p:spPr>
          <a:xfrm>
            <a:off x="6095998" y="1554480"/>
            <a:ext cx="5577840" cy="45719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タイトル 1">
            <a:extLst>
              <a:ext uri="{FF2B5EF4-FFF2-40B4-BE49-F238E27FC236}">
                <a16:creationId xmlns:a16="http://schemas.microsoft.com/office/drawing/2014/main" id="{0F21CE69-ED91-4B65-AF20-3EAF3AE8B704}"/>
              </a:ext>
            </a:extLst>
          </p:cNvPr>
          <p:cNvSpPr txBox="1">
            <a:spLocks/>
          </p:cNvSpPr>
          <p:nvPr/>
        </p:nvSpPr>
        <p:spPr>
          <a:xfrm>
            <a:off x="179070" y="11431"/>
            <a:ext cx="11460480" cy="9144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kumimoji="1" sz="3600" kern="1200" cap="all" baseline="0">
                <a:solidFill>
                  <a:schemeClr val="tx1"/>
                </a:solidFill>
                <a:effectLst/>
                <a:latin typeface="+mj-lt"/>
                <a:ea typeface="+mj-ea"/>
                <a:cs typeface="+mj-cs"/>
              </a:defRPr>
            </a:lvl1pPr>
          </a:lstStyle>
          <a:p>
            <a:pPr algn="l"/>
            <a:r>
              <a:rPr lang="en-US" altLang="ja-JP" cap="none" dirty="0"/>
              <a:t>As is</a:t>
            </a:r>
            <a:endParaRPr lang="ja-JP" altLang="en-US" cap="none" dirty="0"/>
          </a:p>
        </p:txBody>
      </p:sp>
    </p:spTree>
    <p:extLst>
      <p:ext uri="{BB962C8B-B14F-4D97-AF65-F5344CB8AC3E}">
        <p14:creationId xmlns:p14="http://schemas.microsoft.com/office/powerpoint/2010/main" val="3068583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wrap="none" anchor="b">
            <a:normAutofit/>
          </a:bodyPr>
          <a:lstStyle/>
          <a:p>
            <a:pPr>
              <a:spcAft>
                <a:spcPts val="600"/>
              </a:spcAft>
            </a:pPr>
            <a:fld id="{B58DE5F1-E0F9-4CCA-92B7-7A6FC4DFEE14}" type="slidenum">
              <a:rPr lang="en-US" smtClean="0"/>
              <a:pPr>
                <a:spcAft>
                  <a:spcPts val="600"/>
                </a:spcAft>
              </a:pPr>
              <a:t>3</a:t>
            </a:fld>
            <a:endParaRPr lang="en-US"/>
          </a:p>
        </p:txBody>
      </p:sp>
      <p:graphicFrame>
        <p:nvGraphicFramePr>
          <p:cNvPr id="5" name="図表 4">
            <a:extLst>
              <a:ext uri="{FF2B5EF4-FFF2-40B4-BE49-F238E27FC236}">
                <a16:creationId xmlns:a16="http://schemas.microsoft.com/office/drawing/2014/main" id="{A389F1CE-1682-4753-B134-03005C8AEF05}"/>
              </a:ext>
            </a:extLst>
          </p:cNvPr>
          <p:cNvGraphicFramePr/>
          <p:nvPr>
            <p:extLst>
              <p:ext uri="{D42A27DB-BD31-4B8C-83A1-F6EECF244321}">
                <p14:modId xmlns:p14="http://schemas.microsoft.com/office/powerpoint/2010/main" val="109701279"/>
              </p:ext>
            </p:extLst>
          </p:nvPr>
        </p:nvGraphicFramePr>
        <p:xfrm>
          <a:off x="2401888" y="1955423"/>
          <a:ext cx="6988175" cy="37380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四角形: 角を丸くする 5">
            <a:extLst>
              <a:ext uri="{FF2B5EF4-FFF2-40B4-BE49-F238E27FC236}">
                <a16:creationId xmlns:a16="http://schemas.microsoft.com/office/drawing/2014/main" id="{F2BC5323-AF2C-454E-8AED-52CD6DB17B55}"/>
              </a:ext>
            </a:extLst>
          </p:cNvPr>
          <p:cNvSpPr/>
          <p:nvPr/>
        </p:nvSpPr>
        <p:spPr>
          <a:xfrm>
            <a:off x="2093913" y="1754912"/>
            <a:ext cx="7296150" cy="1674088"/>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7B8C5F11-BB07-4DA1-B4A9-4E7C0A6B29C2}"/>
              </a:ext>
            </a:extLst>
          </p:cNvPr>
          <p:cNvSpPr/>
          <p:nvPr/>
        </p:nvSpPr>
        <p:spPr>
          <a:xfrm>
            <a:off x="2287587" y="4571818"/>
            <a:ext cx="7296150" cy="1373521"/>
          </a:xfrm>
          <a:prstGeom prst="roundRect">
            <a:avLst/>
          </a:prstGeom>
          <a:no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84C3C1CE-CB5E-4443-9DE3-541599937AED}"/>
              </a:ext>
            </a:extLst>
          </p:cNvPr>
          <p:cNvGrpSpPr/>
          <p:nvPr/>
        </p:nvGrpSpPr>
        <p:grpSpPr>
          <a:xfrm>
            <a:off x="0" y="136981"/>
            <a:ext cx="12192000" cy="1077218"/>
            <a:chOff x="0" y="422731"/>
            <a:chExt cx="12192000" cy="1077218"/>
          </a:xfrm>
        </p:grpSpPr>
        <p:sp>
          <p:nvSpPr>
            <p:cNvPr id="10" name="テキスト ボックス 9">
              <a:extLst>
                <a:ext uri="{FF2B5EF4-FFF2-40B4-BE49-F238E27FC236}">
                  <a16:creationId xmlns:a16="http://schemas.microsoft.com/office/drawing/2014/main" id="{1C3A652B-EC85-46CC-8FEB-0FE65BC758D9}"/>
                </a:ext>
              </a:extLst>
            </p:cNvPr>
            <p:cNvSpPr txBox="1"/>
            <p:nvPr/>
          </p:nvSpPr>
          <p:spPr>
            <a:xfrm>
              <a:off x="365758" y="422731"/>
              <a:ext cx="7829550" cy="1077218"/>
            </a:xfrm>
            <a:prstGeom prst="rect">
              <a:avLst/>
            </a:prstGeom>
            <a:noFill/>
          </p:spPr>
          <p:txBody>
            <a:bodyPr wrap="square" rtlCol="0">
              <a:spAutoFit/>
            </a:bodyPr>
            <a:lstStyle/>
            <a:p>
              <a:r>
                <a:rPr kumimoji="1" lang="en-US" altLang="ja-JP" sz="3600" dirty="0"/>
                <a:t>As is</a:t>
              </a:r>
            </a:p>
            <a:p>
              <a:r>
                <a:rPr lang="en-US" altLang="ja-JP" sz="2800" dirty="0"/>
                <a:t>Prescription follow up overview by function</a:t>
              </a:r>
              <a:endParaRPr kumimoji="1" lang="ja-JP" altLang="en-US" sz="3600" dirty="0"/>
            </a:p>
          </p:txBody>
        </p:sp>
        <p:cxnSp>
          <p:nvCxnSpPr>
            <p:cNvPr id="11" name="直線コネクタ 10">
              <a:extLst>
                <a:ext uri="{FF2B5EF4-FFF2-40B4-BE49-F238E27FC236}">
                  <a16:creationId xmlns:a16="http://schemas.microsoft.com/office/drawing/2014/main" id="{98805C2D-2F3D-4AAE-A7F1-8CE787D6243B}"/>
                </a:ext>
              </a:extLst>
            </p:cNvPr>
            <p:cNvCxnSpPr>
              <a:cxnSpLocks/>
            </p:cNvCxnSpPr>
            <p:nvPr/>
          </p:nvCxnSpPr>
          <p:spPr>
            <a:xfrm>
              <a:off x="0" y="1059180"/>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62764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コンテンツ プレースホルダー 6" descr="スクリーンショットの画面&#10;&#10;自動的に生成された説明">
            <a:extLst>
              <a:ext uri="{FF2B5EF4-FFF2-40B4-BE49-F238E27FC236}">
                <a16:creationId xmlns:a16="http://schemas.microsoft.com/office/drawing/2014/main" id="{7BF1C80D-1125-4EF8-8AF6-5A9913F41C37}"/>
              </a:ext>
            </a:extLst>
          </p:cNvPr>
          <p:cNvPicPr>
            <a:picLocks noGrp="1" noChangeAspect="1"/>
          </p:cNvPicPr>
          <p:nvPr>
            <p:ph idx="1"/>
          </p:nvPr>
        </p:nvPicPr>
        <p:blipFill>
          <a:blip r:embed="rId2"/>
          <a:stretch>
            <a:fillRect/>
          </a:stretch>
        </p:blipFill>
        <p:spPr>
          <a:xfrm>
            <a:off x="365760" y="1280160"/>
            <a:ext cx="4870130" cy="2639389"/>
          </a:xfrm>
        </p:spPr>
      </p:pic>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a:lstStyle/>
          <a:p>
            <a:fld id="{B58DE5F1-E0F9-4CCA-92B7-7A6FC4DFEE14}" type="slidenum">
              <a:rPr lang="en-US" smtClean="0"/>
              <a:pPr/>
              <a:t>4</a:t>
            </a:fld>
            <a:endParaRPr lang="en-US"/>
          </a:p>
        </p:txBody>
      </p:sp>
      <p:pic>
        <p:nvPicPr>
          <p:cNvPr id="9" name="図 8" descr="スクリーンショットの画面&#10;&#10;自動的に生成された説明">
            <a:extLst>
              <a:ext uri="{FF2B5EF4-FFF2-40B4-BE49-F238E27FC236}">
                <a16:creationId xmlns:a16="http://schemas.microsoft.com/office/drawing/2014/main" id="{AFDEF48B-9449-4EF2-8EA7-CEF24B1DCF85}"/>
              </a:ext>
            </a:extLst>
          </p:cNvPr>
          <p:cNvPicPr>
            <a:picLocks noChangeAspect="1"/>
          </p:cNvPicPr>
          <p:nvPr/>
        </p:nvPicPr>
        <p:blipFill>
          <a:blip r:embed="rId3"/>
          <a:stretch>
            <a:fillRect/>
          </a:stretch>
        </p:blipFill>
        <p:spPr>
          <a:xfrm>
            <a:off x="5324475" y="1281103"/>
            <a:ext cx="6455729" cy="3755893"/>
          </a:xfrm>
          <a:prstGeom prst="rect">
            <a:avLst/>
          </a:prstGeom>
        </p:spPr>
      </p:pic>
      <p:pic>
        <p:nvPicPr>
          <p:cNvPr id="11" name="図 10" descr="スクリーンショットの画面&#10;&#10;自動的に生成された説明">
            <a:extLst>
              <a:ext uri="{FF2B5EF4-FFF2-40B4-BE49-F238E27FC236}">
                <a16:creationId xmlns:a16="http://schemas.microsoft.com/office/drawing/2014/main" id="{105C4B28-94A2-4A67-A4BA-2665CA97CEAE}"/>
              </a:ext>
            </a:extLst>
          </p:cNvPr>
          <p:cNvPicPr>
            <a:picLocks noChangeAspect="1"/>
          </p:cNvPicPr>
          <p:nvPr/>
        </p:nvPicPr>
        <p:blipFill rotWithShape="1">
          <a:blip r:embed="rId4"/>
          <a:srcRect b="35481"/>
          <a:stretch/>
        </p:blipFill>
        <p:spPr>
          <a:xfrm>
            <a:off x="5351243" y="4732198"/>
            <a:ext cx="6433557" cy="1516202"/>
          </a:xfrm>
          <a:prstGeom prst="rect">
            <a:avLst/>
          </a:prstGeom>
        </p:spPr>
      </p:pic>
      <p:sp>
        <p:nvSpPr>
          <p:cNvPr id="3" name="正方形/長方形 2">
            <a:extLst>
              <a:ext uri="{FF2B5EF4-FFF2-40B4-BE49-F238E27FC236}">
                <a16:creationId xmlns:a16="http://schemas.microsoft.com/office/drawing/2014/main" id="{97174718-115F-4604-9C52-B3F426458C14}"/>
              </a:ext>
            </a:extLst>
          </p:cNvPr>
          <p:cNvSpPr/>
          <p:nvPr/>
        </p:nvSpPr>
        <p:spPr>
          <a:xfrm>
            <a:off x="1762125" y="2286000"/>
            <a:ext cx="2524124" cy="6572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2A2F4794-2E2A-4974-B59A-23267602FDB2}"/>
              </a:ext>
            </a:extLst>
          </p:cNvPr>
          <p:cNvGrpSpPr/>
          <p:nvPr/>
        </p:nvGrpSpPr>
        <p:grpSpPr>
          <a:xfrm>
            <a:off x="0" y="117931"/>
            <a:ext cx="12192000" cy="1077218"/>
            <a:chOff x="0" y="422731"/>
            <a:chExt cx="12192000" cy="1077218"/>
          </a:xfrm>
        </p:grpSpPr>
        <p:sp>
          <p:nvSpPr>
            <p:cNvPr id="12" name="テキスト ボックス 11">
              <a:extLst>
                <a:ext uri="{FF2B5EF4-FFF2-40B4-BE49-F238E27FC236}">
                  <a16:creationId xmlns:a16="http://schemas.microsoft.com/office/drawing/2014/main" id="{E770B23F-6B11-480A-A274-35A3CDBDA24C}"/>
                </a:ext>
              </a:extLst>
            </p:cNvPr>
            <p:cNvSpPr txBox="1"/>
            <p:nvPr/>
          </p:nvSpPr>
          <p:spPr>
            <a:xfrm>
              <a:off x="365758" y="422731"/>
              <a:ext cx="7829550" cy="1077218"/>
            </a:xfrm>
            <a:prstGeom prst="rect">
              <a:avLst/>
            </a:prstGeom>
            <a:noFill/>
          </p:spPr>
          <p:txBody>
            <a:bodyPr wrap="square" rtlCol="0">
              <a:spAutoFit/>
            </a:bodyPr>
            <a:lstStyle/>
            <a:p>
              <a:r>
                <a:rPr kumimoji="1" lang="en-US" altLang="ja-JP" sz="3600" dirty="0"/>
                <a:t>As is</a:t>
              </a:r>
            </a:p>
            <a:p>
              <a:r>
                <a:rPr lang="en-US" altLang="ja-JP" sz="2800" dirty="0"/>
                <a:t>Patient level prescription follow up(input page)</a:t>
              </a:r>
              <a:endParaRPr kumimoji="1" lang="ja-JP" altLang="en-US" sz="3600" dirty="0"/>
            </a:p>
          </p:txBody>
        </p:sp>
        <p:cxnSp>
          <p:nvCxnSpPr>
            <p:cNvPr id="13" name="直線コネクタ 12">
              <a:extLst>
                <a:ext uri="{FF2B5EF4-FFF2-40B4-BE49-F238E27FC236}">
                  <a16:creationId xmlns:a16="http://schemas.microsoft.com/office/drawing/2014/main" id="{F486F142-52EC-49A3-9E46-7C93B031219C}"/>
                </a:ext>
              </a:extLst>
            </p:cNvPr>
            <p:cNvCxnSpPr>
              <a:cxnSpLocks/>
            </p:cNvCxnSpPr>
            <p:nvPr/>
          </p:nvCxnSpPr>
          <p:spPr>
            <a:xfrm>
              <a:off x="0" y="1030605"/>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31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wrap="none" anchor="b">
            <a:normAutofit/>
          </a:bodyPr>
          <a:lstStyle/>
          <a:p>
            <a:pPr>
              <a:spcAft>
                <a:spcPts val="600"/>
              </a:spcAft>
            </a:pPr>
            <a:fld id="{B58DE5F1-E0F9-4CCA-92B7-7A6FC4DFEE14}" type="slidenum">
              <a:rPr lang="en-US" smtClean="0"/>
              <a:pPr>
                <a:spcAft>
                  <a:spcPts val="600"/>
                </a:spcAft>
              </a:pPr>
              <a:t>5</a:t>
            </a:fld>
            <a:endParaRPr lang="en-US"/>
          </a:p>
        </p:txBody>
      </p:sp>
      <p:graphicFrame>
        <p:nvGraphicFramePr>
          <p:cNvPr id="3" name="図表 2">
            <a:extLst>
              <a:ext uri="{FF2B5EF4-FFF2-40B4-BE49-F238E27FC236}">
                <a16:creationId xmlns:a16="http://schemas.microsoft.com/office/drawing/2014/main" id="{FD65E61D-0C1A-4C4D-B978-C5E0A7C18E42}"/>
              </a:ext>
            </a:extLst>
          </p:cNvPr>
          <p:cNvGraphicFramePr/>
          <p:nvPr>
            <p:extLst>
              <p:ext uri="{D42A27DB-BD31-4B8C-83A1-F6EECF244321}">
                <p14:modId xmlns:p14="http://schemas.microsoft.com/office/powerpoint/2010/main" val="1658776371"/>
              </p:ext>
            </p:extLst>
          </p:nvPr>
        </p:nvGraphicFramePr>
        <p:xfrm>
          <a:off x="6012968" y="802412"/>
          <a:ext cx="5636107" cy="14528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 name="Group 133">
            <a:extLst>
              <a:ext uri="{FF2B5EF4-FFF2-40B4-BE49-F238E27FC236}">
                <a16:creationId xmlns:a16="http://schemas.microsoft.com/office/drawing/2014/main" id="{2095725B-8A0F-44C1-A180-E2FA318A60C5}"/>
              </a:ext>
            </a:extLst>
          </p:cNvPr>
          <p:cNvGrpSpPr>
            <a:grpSpLocks/>
          </p:cNvGrpSpPr>
          <p:nvPr/>
        </p:nvGrpSpPr>
        <p:grpSpPr bwMode="auto">
          <a:xfrm>
            <a:off x="3505712" y="2173079"/>
            <a:ext cx="691449" cy="914401"/>
            <a:chOff x="2304" y="2448"/>
            <a:chExt cx="281" cy="593"/>
          </a:xfrm>
        </p:grpSpPr>
        <p:sp>
          <p:nvSpPr>
            <p:cNvPr id="7" name="Freeform 134">
              <a:extLst>
                <a:ext uri="{FF2B5EF4-FFF2-40B4-BE49-F238E27FC236}">
                  <a16:creationId xmlns:a16="http://schemas.microsoft.com/office/drawing/2014/main" id="{CDC3B67E-CD47-4C7C-A775-4F75755674D4}"/>
                </a:ext>
              </a:extLst>
            </p:cNvPr>
            <p:cNvSpPr>
              <a:spLocks/>
            </p:cNvSpPr>
            <p:nvPr/>
          </p:nvSpPr>
          <p:spPr bwMode="auto">
            <a:xfrm>
              <a:off x="2337" y="2772"/>
              <a:ext cx="56" cy="122"/>
            </a:xfrm>
            <a:custGeom>
              <a:avLst/>
              <a:gdLst>
                <a:gd name="T0" fmla="*/ 0 w 169"/>
                <a:gd name="T1" fmla="*/ 0 h 365"/>
                <a:gd name="T2" fmla="*/ 0 w 169"/>
                <a:gd name="T3" fmla="*/ 0 h 365"/>
                <a:gd name="T4" fmla="*/ 0 w 169"/>
                <a:gd name="T5" fmla="*/ 0 h 365"/>
                <a:gd name="T6" fmla="*/ 0 w 169"/>
                <a:gd name="T7" fmla="*/ 0 h 365"/>
                <a:gd name="T8" fmla="*/ 0 w 169"/>
                <a:gd name="T9" fmla="*/ 0 h 365"/>
                <a:gd name="T10" fmla="*/ 0 w 169"/>
                <a:gd name="T11" fmla="*/ 0 h 365"/>
                <a:gd name="T12" fmla="*/ 0 w 169"/>
                <a:gd name="T13" fmla="*/ 0 h 365"/>
                <a:gd name="T14" fmla="*/ 0 w 169"/>
                <a:gd name="T15" fmla="*/ 0 h 365"/>
                <a:gd name="T16" fmla="*/ 0 w 169"/>
                <a:gd name="T17" fmla="*/ 0 h 365"/>
                <a:gd name="T18" fmla="*/ 0 w 169"/>
                <a:gd name="T19" fmla="*/ 0 h 365"/>
                <a:gd name="T20" fmla="*/ 0 w 169"/>
                <a:gd name="T21" fmla="*/ 0 h 365"/>
                <a:gd name="T22" fmla="*/ 0 w 169"/>
                <a:gd name="T23" fmla="*/ 0 h 365"/>
                <a:gd name="T24" fmla="*/ 0 w 169"/>
                <a:gd name="T25" fmla="*/ 0 h 365"/>
                <a:gd name="T26" fmla="*/ 0 w 169"/>
                <a:gd name="T27" fmla="*/ 0 h 365"/>
                <a:gd name="T28" fmla="*/ 0 w 169"/>
                <a:gd name="T29" fmla="*/ 0 h 365"/>
                <a:gd name="T30" fmla="*/ 0 w 169"/>
                <a:gd name="T31" fmla="*/ 0 h 365"/>
                <a:gd name="T32" fmla="*/ 0 w 169"/>
                <a:gd name="T33" fmla="*/ 0 h 365"/>
                <a:gd name="T34" fmla="*/ 0 w 169"/>
                <a:gd name="T35" fmla="*/ 0 h 365"/>
                <a:gd name="T36" fmla="*/ 0 w 169"/>
                <a:gd name="T37" fmla="*/ 0 h 365"/>
                <a:gd name="T38" fmla="*/ 0 w 169"/>
                <a:gd name="T39" fmla="*/ 0 h 365"/>
                <a:gd name="T40" fmla="*/ 0 w 169"/>
                <a:gd name="T41" fmla="*/ 0 h 365"/>
                <a:gd name="T42" fmla="*/ 0 w 169"/>
                <a:gd name="T43" fmla="*/ 0 h 365"/>
                <a:gd name="T44" fmla="*/ 0 w 169"/>
                <a:gd name="T45" fmla="*/ 0 h 365"/>
                <a:gd name="T46" fmla="*/ 0 w 169"/>
                <a:gd name="T47" fmla="*/ 0 h 365"/>
                <a:gd name="T48" fmla="*/ 0 w 169"/>
                <a:gd name="T49" fmla="*/ 0 h 365"/>
                <a:gd name="T50" fmla="*/ 0 w 169"/>
                <a:gd name="T51" fmla="*/ 0 h 365"/>
                <a:gd name="T52" fmla="*/ 0 w 169"/>
                <a:gd name="T53" fmla="*/ 0 h 365"/>
                <a:gd name="T54" fmla="*/ 0 w 169"/>
                <a:gd name="T55" fmla="*/ 0 h 365"/>
                <a:gd name="T56" fmla="*/ 0 w 169"/>
                <a:gd name="T57" fmla="*/ 0 h 365"/>
                <a:gd name="T58" fmla="*/ 0 w 169"/>
                <a:gd name="T59" fmla="*/ 0 h 365"/>
                <a:gd name="T60" fmla="*/ 0 w 169"/>
                <a:gd name="T61" fmla="*/ 0 h 365"/>
                <a:gd name="T62" fmla="*/ 0 w 169"/>
                <a:gd name="T63" fmla="*/ 0 h 365"/>
                <a:gd name="T64" fmla="*/ 0 w 169"/>
                <a:gd name="T65" fmla="*/ 0 h 365"/>
                <a:gd name="T66" fmla="*/ 0 w 169"/>
                <a:gd name="T67" fmla="*/ 0 h 365"/>
                <a:gd name="T68" fmla="*/ 0 w 169"/>
                <a:gd name="T69" fmla="*/ 0 h 365"/>
                <a:gd name="T70" fmla="*/ 0 w 169"/>
                <a:gd name="T71" fmla="*/ 0 h 365"/>
                <a:gd name="T72" fmla="*/ 0 w 169"/>
                <a:gd name="T73" fmla="*/ 0 h 365"/>
                <a:gd name="T74" fmla="*/ 0 w 169"/>
                <a:gd name="T75" fmla="*/ 0 h 365"/>
                <a:gd name="T76" fmla="*/ 0 w 169"/>
                <a:gd name="T77" fmla="*/ 0 h 365"/>
                <a:gd name="T78" fmla="*/ 0 w 169"/>
                <a:gd name="T79" fmla="*/ 0 h 365"/>
                <a:gd name="T80" fmla="*/ 0 w 169"/>
                <a:gd name="T81" fmla="*/ 0 h 365"/>
                <a:gd name="T82" fmla="*/ 0 w 169"/>
                <a:gd name="T83" fmla="*/ 0 h 365"/>
                <a:gd name="T84" fmla="*/ 0 w 169"/>
                <a:gd name="T85" fmla="*/ 0 h 365"/>
                <a:gd name="T86" fmla="*/ 0 w 169"/>
                <a:gd name="T87" fmla="*/ 0 h 365"/>
                <a:gd name="T88" fmla="*/ 0 w 169"/>
                <a:gd name="T89" fmla="*/ 0 h 365"/>
                <a:gd name="T90" fmla="*/ 0 w 169"/>
                <a:gd name="T91" fmla="*/ 0 h 365"/>
                <a:gd name="T92" fmla="*/ 0 w 169"/>
                <a:gd name="T93" fmla="*/ 0 h 365"/>
                <a:gd name="T94" fmla="*/ 0 w 169"/>
                <a:gd name="T95" fmla="*/ 0 h 365"/>
                <a:gd name="T96" fmla="*/ 0 w 169"/>
                <a:gd name="T97" fmla="*/ 0 h 365"/>
                <a:gd name="T98" fmla="*/ 0 w 169"/>
                <a:gd name="T99" fmla="*/ 0 h 365"/>
                <a:gd name="T100" fmla="*/ 0 w 169"/>
                <a:gd name="T101" fmla="*/ 0 h 365"/>
                <a:gd name="T102" fmla="*/ 0 w 169"/>
                <a:gd name="T103" fmla="*/ 0 h 365"/>
                <a:gd name="T104" fmla="*/ 0 w 169"/>
                <a:gd name="T105" fmla="*/ 0 h 365"/>
                <a:gd name="T106" fmla="*/ 0 w 169"/>
                <a:gd name="T107" fmla="*/ 0 h 365"/>
                <a:gd name="T108" fmla="*/ 0 w 169"/>
                <a:gd name="T109" fmla="*/ 0 h 365"/>
                <a:gd name="T110" fmla="*/ 0 w 169"/>
                <a:gd name="T111" fmla="*/ 0 h 365"/>
                <a:gd name="T112" fmla="*/ 0 w 169"/>
                <a:gd name="T113" fmla="*/ 0 h 365"/>
                <a:gd name="T114" fmla="*/ 0 w 169"/>
                <a:gd name="T115" fmla="*/ 0 h 365"/>
                <a:gd name="T116" fmla="*/ 0 w 169"/>
                <a:gd name="T117" fmla="*/ 0 h 365"/>
                <a:gd name="T118" fmla="*/ 0 w 169"/>
                <a:gd name="T119" fmla="*/ 0 h 365"/>
                <a:gd name="T120" fmla="*/ 0 w 169"/>
                <a:gd name="T121" fmla="*/ 0 h 36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69"/>
                <a:gd name="T184" fmla="*/ 0 h 365"/>
                <a:gd name="T185" fmla="*/ 169 w 169"/>
                <a:gd name="T186" fmla="*/ 365 h 36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69" h="365">
                  <a:moveTo>
                    <a:pt x="34" y="0"/>
                  </a:moveTo>
                  <a:lnTo>
                    <a:pt x="43" y="3"/>
                  </a:lnTo>
                  <a:lnTo>
                    <a:pt x="52" y="6"/>
                  </a:lnTo>
                  <a:lnTo>
                    <a:pt x="60" y="9"/>
                  </a:lnTo>
                  <a:lnTo>
                    <a:pt x="67" y="12"/>
                  </a:lnTo>
                  <a:lnTo>
                    <a:pt x="74" y="15"/>
                  </a:lnTo>
                  <a:lnTo>
                    <a:pt x="80" y="18"/>
                  </a:lnTo>
                  <a:lnTo>
                    <a:pt x="86" y="21"/>
                  </a:lnTo>
                  <a:lnTo>
                    <a:pt x="91" y="23"/>
                  </a:lnTo>
                  <a:lnTo>
                    <a:pt x="101" y="21"/>
                  </a:lnTo>
                  <a:lnTo>
                    <a:pt x="110" y="18"/>
                  </a:lnTo>
                  <a:lnTo>
                    <a:pt x="119" y="17"/>
                  </a:lnTo>
                  <a:lnTo>
                    <a:pt x="126" y="14"/>
                  </a:lnTo>
                  <a:lnTo>
                    <a:pt x="132" y="11"/>
                  </a:lnTo>
                  <a:lnTo>
                    <a:pt x="137" y="8"/>
                  </a:lnTo>
                  <a:lnTo>
                    <a:pt x="140" y="6"/>
                  </a:lnTo>
                  <a:lnTo>
                    <a:pt x="141" y="6"/>
                  </a:lnTo>
                  <a:lnTo>
                    <a:pt x="153" y="8"/>
                  </a:lnTo>
                  <a:lnTo>
                    <a:pt x="162" y="12"/>
                  </a:lnTo>
                  <a:lnTo>
                    <a:pt x="168" y="20"/>
                  </a:lnTo>
                  <a:lnTo>
                    <a:pt x="169" y="27"/>
                  </a:lnTo>
                  <a:lnTo>
                    <a:pt x="169" y="69"/>
                  </a:lnTo>
                  <a:lnTo>
                    <a:pt x="163" y="110"/>
                  </a:lnTo>
                  <a:lnTo>
                    <a:pt x="154" y="153"/>
                  </a:lnTo>
                  <a:lnTo>
                    <a:pt x="143" y="196"/>
                  </a:lnTo>
                  <a:lnTo>
                    <a:pt x="129" y="241"/>
                  </a:lnTo>
                  <a:lnTo>
                    <a:pt x="116" y="284"/>
                  </a:lnTo>
                  <a:lnTo>
                    <a:pt x="103" y="325"/>
                  </a:lnTo>
                  <a:lnTo>
                    <a:pt x="92" y="365"/>
                  </a:lnTo>
                  <a:lnTo>
                    <a:pt x="91" y="362"/>
                  </a:lnTo>
                  <a:lnTo>
                    <a:pt x="86" y="359"/>
                  </a:lnTo>
                  <a:lnTo>
                    <a:pt x="80" y="356"/>
                  </a:lnTo>
                  <a:lnTo>
                    <a:pt x="76" y="356"/>
                  </a:lnTo>
                  <a:lnTo>
                    <a:pt x="70" y="358"/>
                  </a:lnTo>
                  <a:lnTo>
                    <a:pt x="64" y="359"/>
                  </a:lnTo>
                  <a:lnTo>
                    <a:pt x="60" y="361"/>
                  </a:lnTo>
                  <a:lnTo>
                    <a:pt x="54" y="361"/>
                  </a:lnTo>
                  <a:lnTo>
                    <a:pt x="48" y="362"/>
                  </a:lnTo>
                  <a:lnTo>
                    <a:pt x="42" y="364"/>
                  </a:lnTo>
                  <a:lnTo>
                    <a:pt x="36" y="365"/>
                  </a:lnTo>
                  <a:lnTo>
                    <a:pt x="30" y="365"/>
                  </a:lnTo>
                  <a:lnTo>
                    <a:pt x="15" y="340"/>
                  </a:lnTo>
                  <a:lnTo>
                    <a:pt x="6" y="315"/>
                  </a:lnTo>
                  <a:lnTo>
                    <a:pt x="2" y="287"/>
                  </a:lnTo>
                  <a:lnTo>
                    <a:pt x="0" y="259"/>
                  </a:lnTo>
                  <a:lnTo>
                    <a:pt x="2" y="230"/>
                  </a:lnTo>
                  <a:lnTo>
                    <a:pt x="5" y="202"/>
                  </a:lnTo>
                  <a:lnTo>
                    <a:pt x="8" y="177"/>
                  </a:lnTo>
                  <a:lnTo>
                    <a:pt x="9" y="152"/>
                  </a:lnTo>
                  <a:lnTo>
                    <a:pt x="9" y="119"/>
                  </a:lnTo>
                  <a:lnTo>
                    <a:pt x="8" y="82"/>
                  </a:lnTo>
                  <a:lnTo>
                    <a:pt x="12" y="49"/>
                  </a:lnTo>
                  <a:lnTo>
                    <a:pt x="27" y="27"/>
                  </a:lnTo>
                  <a:lnTo>
                    <a:pt x="31" y="24"/>
                  </a:lnTo>
                  <a:lnTo>
                    <a:pt x="34" y="21"/>
                  </a:lnTo>
                  <a:lnTo>
                    <a:pt x="34" y="20"/>
                  </a:lnTo>
                  <a:lnTo>
                    <a:pt x="34" y="18"/>
                  </a:lnTo>
                  <a:lnTo>
                    <a:pt x="33" y="17"/>
                  </a:lnTo>
                  <a:lnTo>
                    <a:pt x="30" y="14"/>
                  </a:lnTo>
                  <a:lnTo>
                    <a:pt x="30" y="9"/>
                  </a:lnTo>
                  <a:lnTo>
                    <a:pt x="34" y="0"/>
                  </a:lnTo>
                  <a:close/>
                </a:path>
              </a:pathLst>
            </a:custGeom>
            <a:solidFill>
              <a:srgbClr val="BA47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 name="Freeform 135">
              <a:extLst>
                <a:ext uri="{FF2B5EF4-FFF2-40B4-BE49-F238E27FC236}">
                  <a16:creationId xmlns:a16="http://schemas.microsoft.com/office/drawing/2014/main" id="{ED84EC8C-FB2A-42F0-A50F-39559367E371}"/>
                </a:ext>
              </a:extLst>
            </p:cNvPr>
            <p:cNvSpPr>
              <a:spLocks/>
            </p:cNvSpPr>
            <p:nvPr/>
          </p:nvSpPr>
          <p:spPr bwMode="auto">
            <a:xfrm>
              <a:off x="2348" y="2771"/>
              <a:ext cx="21" cy="10"/>
            </a:xfrm>
            <a:custGeom>
              <a:avLst/>
              <a:gdLst>
                <a:gd name="T0" fmla="*/ 0 w 61"/>
                <a:gd name="T1" fmla="*/ 0 h 31"/>
                <a:gd name="T2" fmla="*/ 0 w 61"/>
                <a:gd name="T3" fmla="*/ 0 h 31"/>
                <a:gd name="T4" fmla="*/ 0 w 61"/>
                <a:gd name="T5" fmla="*/ 0 h 31"/>
                <a:gd name="T6" fmla="*/ 0 w 61"/>
                <a:gd name="T7" fmla="*/ 0 h 31"/>
                <a:gd name="T8" fmla="*/ 0 w 61"/>
                <a:gd name="T9" fmla="*/ 0 h 31"/>
                <a:gd name="T10" fmla="*/ 0 w 61"/>
                <a:gd name="T11" fmla="*/ 0 h 31"/>
                <a:gd name="T12" fmla="*/ 0 w 61"/>
                <a:gd name="T13" fmla="*/ 0 h 31"/>
                <a:gd name="T14" fmla="*/ 0 w 61"/>
                <a:gd name="T15" fmla="*/ 0 h 31"/>
                <a:gd name="T16" fmla="*/ 0 w 61"/>
                <a:gd name="T17" fmla="*/ 0 h 31"/>
                <a:gd name="T18" fmla="*/ 0 w 61"/>
                <a:gd name="T19" fmla="*/ 0 h 31"/>
                <a:gd name="T20" fmla="*/ 0 w 61"/>
                <a:gd name="T21" fmla="*/ 0 h 31"/>
                <a:gd name="T22" fmla="*/ 0 w 61"/>
                <a:gd name="T23" fmla="*/ 0 h 31"/>
                <a:gd name="T24" fmla="*/ 0 w 61"/>
                <a:gd name="T25" fmla="*/ 0 h 31"/>
                <a:gd name="T26" fmla="*/ 0 w 61"/>
                <a:gd name="T27" fmla="*/ 0 h 31"/>
                <a:gd name="T28" fmla="*/ 0 w 61"/>
                <a:gd name="T29" fmla="*/ 0 h 31"/>
                <a:gd name="T30" fmla="*/ 0 w 61"/>
                <a:gd name="T31" fmla="*/ 0 h 31"/>
                <a:gd name="T32" fmla="*/ 0 w 61"/>
                <a:gd name="T33" fmla="*/ 0 h 31"/>
                <a:gd name="T34" fmla="*/ 0 w 61"/>
                <a:gd name="T35" fmla="*/ 0 h 31"/>
                <a:gd name="T36" fmla="*/ 0 w 61"/>
                <a:gd name="T37" fmla="*/ 0 h 31"/>
                <a:gd name="T38" fmla="*/ 0 w 61"/>
                <a:gd name="T39" fmla="*/ 0 h 31"/>
                <a:gd name="T40" fmla="*/ 0 w 61"/>
                <a:gd name="T41" fmla="*/ 0 h 31"/>
                <a:gd name="T42" fmla="*/ 0 w 61"/>
                <a:gd name="T43" fmla="*/ 0 h 31"/>
                <a:gd name="T44" fmla="*/ 0 w 61"/>
                <a:gd name="T45" fmla="*/ 0 h 31"/>
                <a:gd name="T46" fmla="*/ 0 w 61"/>
                <a:gd name="T47" fmla="*/ 0 h 31"/>
                <a:gd name="T48" fmla="*/ 0 w 61"/>
                <a:gd name="T49" fmla="*/ 0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31"/>
                <a:gd name="T77" fmla="*/ 61 w 61"/>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31">
                  <a:moveTo>
                    <a:pt x="57" y="22"/>
                  </a:moveTo>
                  <a:lnTo>
                    <a:pt x="57" y="22"/>
                  </a:lnTo>
                  <a:lnTo>
                    <a:pt x="54" y="21"/>
                  </a:lnTo>
                  <a:lnTo>
                    <a:pt x="48" y="18"/>
                  </a:lnTo>
                  <a:lnTo>
                    <a:pt x="42" y="15"/>
                  </a:lnTo>
                  <a:lnTo>
                    <a:pt x="34" y="12"/>
                  </a:lnTo>
                  <a:lnTo>
                    <a:pt x="27" y="9"/>
                  </a:lnTo>
                  <a:lnTo>
                    <a:pt x="20" y="6"/>
                  </a:lnTo>
                  <a:lnTo>
                    <a:pt x="11" y="3"/>
                  </a:lnTo>
                  <a:lnTo>
                    <a:pt x="0" y="0"/>
                  </a:lnTo>
                  <a:lnTo>
                    <a:pt x="0" y="9"/>
                  </a:lnTo>
                  <a:lnTo>
                    <a:pt x="8" y="12"/>
                  </a:lnTo>
                  <a:lnTo>
                    <a:pt x="17" y="15"/>
                  </a:lnTo>
                  <a:lnTo>
                    <a:pt x="24" y="18"/>
                  </a:lnTo>
                  <a:lnTo>
                    <a:pt x="31" y="21"/>
                  </a:lnTo>
                  <a:lnTo>
                    <a:pt x="39" y="24"/>
                  </a:lnTo>
                  <a:lnTo>
                    <a:pt x="45" y="27"/>
                  </a:lnTo>
                  <a:lnTo>
                    <a:pt x="51" y="30"/>
                  </a:lnTo>
                  <a:lnTo>
                    <a:pt x="57" y="31"/>
                  </a:lnTo>
                  <a:lnTo>
                    <a:pt x="60" y="30"/>
                  </a:lnTo>
                  <a:lnTo>
                    <a:pt x="61" y="27"/>
                  </a:lnTo>
                  <a:lnTo>
                    <a:pt x="60" y="24"/>
                  </a:lnTo>
                  <a:lnTo>
                    <a:pt x="57" y="2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 name="Freeform 136">
              <a:extLst>
                <a:ext uri="{FF2B5EF4-FFF2-40B4-BE49-F238E27FC236}">
                  <a16:creationId xmlns:a16="http://schemas.microsoft.com/office/drawing/2014/main" id="{8DD386FD-8E25-4FC6-83BF-7D796E4EC97D}"/>
                </a:ext>
              </a:extLst>
            </p:cNvPr>
            <p:cNvSpPr>
              <a:spLocks/>
            </p:cNvSpPr>
            <p:nvPr/>
          </p:nvSpPr>
          <p:spPr bwMode="auto">
            <a:xfrm>
              <a:off x="2367" y="2773"/>
              <a:ext cx="19" cy="8"/>
            </a:xfrm>
            <a:custGeom>
              <a:avLst/>
              <a:gdLst>
                <a:gd name="T0" fmla="*/ 0 w 56"/>
                <a:gd name="T1" fmla="*/ 0 h 25"/>
                <a:gd name="T2" fmla="*/ 0 w 56"/>
                <a:gd name="T3" fmla="*/ 0 h 25"/>
                <a:gd name="T4" fmla="*/ 0 w 56"/>
                <a:gd name="T5" fmla="*/ 0 h 25"/>
                <a:gd name="T6" fmla="*/ 0 w 56"/>
                <a:gd name="T7" fmla="*/ 0 h 25"/>
                <a:gd name="T8" fmla="*/ 0 w 56"/>
                <a:gd name="T9" fmla="*/ 0 h 25"/>
                <a:gd name="T10" fmla="*/ 0 w 56"/>
                <a:gd name="T11" fmla="*/ 0 h 25"/>
                <a:gd name="T12" fmla="*/ 0 w 56"/>
                <a:gd name="T13" fmla="*/ 0 h 25"/>
                <a:gd name="T14" fmla="*/ 0 w 56"/>
                <a:gd name="T15" fmla="*/ 0 h 25"/>
                <a:gd name="T16" fmla="*/ 0 w 56"/>
                <a:gd name="T17" fmla="*/ 0 h 25"/>
                <a:gd name="T18" fmla="*/ 0 w 56"/>
                <a:gd name="T19" fmla="*/ 0 h 25"/>
                <a:gd name="T20" fmla="*/ 0 w 56"/>
                <a:gd name="T21" fmla="*/ 0 h 25"/>
                <a:gd name="T22" fmla="*/ 0 w 56"/>
                <a:gd name="T23" fmla="*/ 0 h 25"/>
                <a:gd name="T24" fmla="*/ 0 w 56"/>
                <a:gd name="T25" fmla="*/ 0 h 25"/>
                <a:gd name="T26" fmla="*/ 0 w 56"/>
                <a:gd name="T27" fmla="*/ 0 h 25"/>
                <a:gd name="T28" fmla="*/ 0 w 56"/>
                <a:gd name="T29" fmla="*/ 0 h 25"/>
                <a:gd name="T30" fmla="*/ 0 w 56"/>
                <a:gd name="T31" fmla="*/ 0 h 25"/>
                <a:gd name="T32" fmla="*/ 0 w 56"/>
                <a:gd name="T33" fmla="*/ 0 h 25"/>
                <a:gd name="T34" fmla="*/ 0 w 56"/>
                <a:gd name="T35" fmla="*/ 0 h 25"/>
                <a:gd name="T36" fmla="*/ 0 w 56"/>
                <a:gd name="T37" fmla="*/ 0 h 25"/>
                <a:gd name="T38" fmla="*/ 0 w 56"/>
                <a:gd name="T39" fmla="*/ 0 h 25"/>
                <a:gd name="T40" fmla="*/ 0 w 56"/>
                <a:gd name="T41" fmla="*/ 0 h 25"/>
                <a:gd name="T42" fmla="*/ 0 w 56"/>
                <a:gd name="T43" fmla="*/ 0 h 25"/>
                <a:gd name="T44" fmla="*/ 0 w 56"/>
                <a:gd name="T45" fmla="*/ 0 h 25"/>
                <a:gd name="T46" fmla="*/ 0 w 56"/>
                <a:gd name="T47" fmla="*/ 0 h 25"/>
                <a:gd name="T48" fmla="*/ 0 w 56"/>
                <a:gd name="T49" fmla="*/ 0 h 25"/>
                <a:gd name="T50" fmla="*/ 0 w 56"/>
                <a:gd name="T51" fmla="*/ 0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25"/>
                <a:gd name="T80" fmla="*/ 56 w 5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25">
                  <a:moveTo>
                    <a:pt x="50" y="0"/>
                  </a:moveTo>
                  <a:lnTo>
                    <a:pt x="47" y="0"/>
                  </a:lnTo>
                  <a:lnTo>
                    <a:pt x="43" y="1"/>
                  </a:lnTo>
                  <a:lnTo>
                    <a:pt x="40" y="4"/>
                  </a:lnTo>
                  <a:lnTo>
                    <a:pt x="34" y="7"/>
                  </a:lnTo>
                  <a:lnTo>
                    <a:pt x="26" y="10"/>
                  </a:lnTo>
                  <a:lnTo>
                    <a:pt x="19" y="12"/>
                  </a:lnTo>
                  <a:lnTo>
                    <a:pt x="10" y="15"/>
                  </a:lnTo>
                  <a:lnTo>
                    <a:pt x="0" y="16"/>
                  </a:lnTo>
                  <a:lnTo>
                    <a:pt x="0" y="25"/>
                  </a:lnTo>
                  <a:lnTo>
                    <a:pt x="10" y="24"/>
                  </a:lnTo>
                  <a:lnTo>
                    <a:pt x="19" y="21"/>
                  </a:lnTo>
                  <a:lnTo>
                    <a:pt x="29" y="19"/>
                  </a:lnTo>
                  <a:lnTo>
                    <a:pt x="37" y="16"/>
                  </a:lnTo>
                  <a:lnTo>
                    <a:pt x="43" y="13"/>
                  </a:lnTo>
                  <a:lnTo>
                    <a:pt x="49" y="10"/>
                  </a:lnTo>
                  <a:lnTo>
                    <a:pt x="50" y="9"/>
                  </a:lnTo>
                  <a:lnTo>
                    <a:pt x="53" y="9"/>
                  </a:lnTo>
                  <a:lnTo>
                    <a:pt x="50" y="9"/>
                  </a:lnTo>
                  <a:lnTo>
                    <a:pt x="53" y="9"/>
                  </a:lnTo>
                  <a:lnTo>
                    <a:pt x="56" y="6"/>
                  </a:lnTo>
                  <a:lnTo>
                    <a:pt x="54" y="1"/>
                  </a:lnTo>
                  <a:lnTo>
                    <a:pt x="52" y="0"/>
                  </a:lnTo>
                  <a:lnTo>
                    <a:pt x="47" y="0"/>
                  </a:lnTo>
                  <a:lnTo>
                    <a:pt x="5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 name="Freeform 137">
              <a:extLst>
                <a:ext uri="{FF2B5EF4-FFF2-40B4-BE49-F238E27FC236}">
                  <a16:creationId xmlns:a16="http://schemas.microsoft.com/office/drawing/2014/main" id="{8C2C1AB7-723C-4869-9A08-2074036393AE}"/>
                </a:ext>
              </a:extLst>
            </p:cNvPr>
            <p:cNvSpPr>
              <a:spLocks/>
            </p:cNvSpPr>
            <p:nvPr/>
          </p:nvSpPr>
          <p:spPr bwMode="auto">
            <a:xfrm>
              <a:off x="2384" y="2773"/>
              <a:ext cx="11" cy="8"/>
            </a:xfrm>
            <a:custGeom>
              <a:avLst/>
              <a:gdLst>
                <a:gd name="T0" fmla="*/ 0 w 34"/>
                <a:gd name="T1" fmla="*/ 0 h 25"/>
                <a:gd name="T2" fmla="*/ 0 w 34"/>
                <a:gd name="T3" fmla="*/ 0 h 25"/>
                <a:gd name="T4" fmla="*/ 0 w 34"/>
                <a:gd name="T5" fmla="*/ 0 h 25"/>
                <a:gd name="T6" fmla="*/ 0 w 34"/>
                <a:gd name="T7" fmla="*/ 0 h 25"/>
                <a:gd name="T8" fmla="*/ 0 w 34"/>
                <a:gd name="T9" fmla="*/ 0 h 25"/>
                <a:gd name="T10" fmla="*/ 0 w 34"/>
                <a:gd name="T11" fmla="*/ 0 h 25"/>
                <a:gd name="T12" fmla="*/ 0 w 34"/>
                <a:gd name="T13" fmla="*/ 0 h 25"/>
                <a:gd name="T14" fmla="*/ 0 w 34"/>
                <a:gd name="T15" fmla="*/ 0 h 25"/>
                <a:gd name="T16" fmla="*/ 0 w 34"/>
                <a:gd name="T17" fmla="*/ 0 h 25"/>
                <a:gd name="T18" fmla="*/ 0 w 34"/>
                <a:gd name="T19" fmla="*/ 0 h 25"/>
                <a:gd name="T20" fmla="*/ 0 w 34"/>
                <a:gd name="T21" fmla="*/ 0 h 25"/>
                <a:gd name="T22" fmla="*/ 0 w 34"/>
                <a:gd name="T23" fmla="*/ 0 h 25"/>
                <a:gd name="T24" fmla="*/ 0 w 34"/>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5"/>
                <a:gd name="T41" fmla="*/ 34 w 34"/>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5">
                  <a:moveTo>
                    <a:pt x="33" y="25"/>
                  </a:moveTo>
                  <a:lnTo>
                    <a:pt x="34" y="25"/>
                  </a:lnTo>
                  <a:lnTo>
                    <a:pt x="31" y="16"/>
                  </a:lnTo>
                  <a:lnTo>
                    <a:pt x="24" y="6"/>
                  </a:lnTo>
                  <a:lnTo>
                    <a:pt x="13" y="1"/>
                  </a:lnTo>
                  <a:lnTo>
                    <a:pt x="0" y="0"/>
                  </a:lnTo>
                  <a:lnTo>
                    <a:pt x="0" y="9"/>
                  </a:lnTo>
                  <a:lnTo>
                    <a:pt x="10" y="10"/>
                  </a:lnTo>
                  <a:lnTo>
                    <a:pt x="18" y="15"/>
                  </a:lnTo>
                  <a:lnTo>
                    <a:pt x="22" y="19"/>
                  </a:lnTo>
                  <a:lnTo>
                    <a:pt x="22" y="25"/>
                  </a:lnTo>
                  <a:lnTo>
                    <a:pt x="24" y="25"/>
                  </a:lnTo>
                  <a:lnTo>
                    <a:pt x="33" y="2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 name="Freeform 138">
              <a:extLst>
                <a:ext uri="{FF2B5EF4-FFF2-40B4-BE49-F238E27FC236}">
                  <a16:creationId xmlns:a16="http://schemas.microsoft.com/office/drawing/2014/main" id="{5E0F90D0-34B7-4368-8E15-A9AFEB46BADA}"/>
                </a:ext>
              </a:extLst>
            </p:cNvPr>
            <p:cNvSpPr>
              <a:spLocks/>
            </p:cNvSpPr>
            <p:nvPr/>
          </p:nvSpPr>
          <p:spPr bwMode="auto">
            <a:xfrm>
              <a:off x="2366" y="2781"/>
              <a:ext cx="29" cy="115"/>
            </a:xfrm>
            <a:custGeom>
              <a:avLst/>
              <a:gdLst>
                <a:gd name="T0" fmla="*/ 0 w 88"/>
                <a:gd name="T1" fmla="*/ 0 h 343"/>
                <a:gd name="T2" fmla="*/ 0 w 88"/>
                <a:gd name="T3" fmla="*/ 0 h 343"/>
                <a:gd name="T4" fmla="*/ 0 w 88"/>
                <a:gd name="T5" fmla="*/ 0 h 343"/>
                <a:gd name="T6" fmla="*/ 0 w 88"/>
                <a:gd name="T7" fmla="*/ 0 h 343"/>
                <a:gd name="T8" fmla="*/ 0 w 88"/>
                <a:gd name="T9" fmla="*/ 0 h 343"/>
                <a:gd name="T10" fmla="*/ 0 w 88"/>
                <a:gd name="T11" fmla="*/ 0 h 343"/>
                <a:gd name="T12" fmla="*/ 0 w 88"/>
                <a:gd name="T13" fmla="*/ 0 h 343"/>
                <a:gd name="T14" fmla="*/ 0 w 88"/>
                <a:gd name="T15" fmla="*/ 0 h 343"/>
                <a:gd name="T16" fmla="*/ 0 w 88"/>
                <a:gd name="T17" fmla="*/ 0 h 343"/>
                <a:gd name="T18" fmla="*/ 0 w 88"/>
                <a:gd name="T19" fmla="*/ 0 h 343"/>
                <a:gd name="T20" fmla="*/ 0 w 88"/>
                <a:gd name="T21" fmla="*/ 0 h 343"/>
                <a:gd name="T22" fmla="*/ 0 w 88"/>
                <a:gd name="T23" fmla="*/ 0 h 343"/>
                <a:gd name="T24" fmla="*/ 0 w 88"/>
                <a:gd name="T25" fmla="*/ 0 h 343"/>
                <a:gd name="T26" fmla="*/ 0 w 88"/>
                <a:gd name="T27" fmla="*/ 0 h 343"/>
                <a:gd name="T28" fmla="*/ 0 w 88"/>
                <a:gd name="T29" fmla="*/ 0 h 343"/>
                <a:gd name="T30" fmla="*/ 0 w 88"/>
                <a:gd name="T31" fmla="*/ 0 h 343"/>
                <a:gd name="T32" fmla="*/ 0 w 88"/>
                <a:gd name="T33" fmla="*/ 0 h 343"/>
                <a:gd name="T34" fmla="*/ 0 w 88"/>
                <a:gd name="T35" fmla="*/ 0 h 343"/>
                <a:gd name="T36" fmla="*/ 0 w 88"/>
                <a:gd name="T37" fmla="*/ 0 h 343"/>
                <a:gd name="T38" fmla="*/ 0 w 88"/>
                <a:gd name="T39" fmla="*/ 0 h 343"/>
                <a:gd name="T40" fmla="*/ 0 w 88"/>
                <a:gd name="T41" fmla="*/ 0 h 343"/>
                <a:gd name="T42" fmla="*/ 0 w 88"/>
                <a:gd name="T43" fmla="*/ 0 h 343"/>
                <a:gd name="T44" fmla="*/ 0 w 88"/>
                <a:gd name="T45" fmla="*/ 0 h 343"/>
                <a:gd name="T46" fmla="*/ 0 w 88"/>
                <a:gd name="T47" fmla="*/ 0 h 343"/>
                <a:gd name="T48" fmla="*/ 0 w 88"/>
                <a:gd name="T49" fmla="*/ 0 h 343"/>
                <a:gd name="T50" fmla="*/ 0 w 88"/>
                <a:gd name="T51" fmla="*/ 0 h 34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8"/>
                <a:gd name="T79" fmla="*/ 0 h 343"/>
                <a:gd name="T80" fmla="*/ 88 w 88"/>
                <a:gd name="T81" fmla="*/ 343 h 34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8" h="343">
                  <a:moveTo>
                    <a:pt x="0" y="338"/>
                  </a:moveTo>
                  <a:lnTo>
                    <a:pt x="11" y="338"/>
                  </a:lnTo>
                  <a:lnTo>
                    <a:pt x="21" y="300"/>
                  </a:lnTo>
                  <a:lnTo>
                    <a:pt x="34" y="258"/>
                  </a:lnTo>
                  <a:lnTo>
                    <a:pt x="48" y="215"/>
                  </a:lnTo>
                  <a:lnTo>
                    <a:pt x="61" y="171"/>
                  </a:lnTo>
                  <a:lnTo>
                    <a:pt x="73" y="126"/>
                  </a:lnTo>
                  <a:lnTo>
                    <a:pt x="82" y="83"/>
                  </a:lnTo>
                  <a:lnTo>
                    <a:pt x="88" y="42"/>
                  </a:lnTo>
                  <a:lnTo>
                    <a:pt x="88" y="0"/>
                  </a:lnTo>
                  <a:lnTo>
                    <a:pt x="79" y="0"/>
                  </a:lnTo>
                  <a:lnTo>
                    <a:pt x="79" y="42"/>
                  </a:lnTo>
                  <a:lnTo>
                    <a:pt x="73" y="83"/>
                  </a:lnTo>
                  <a:lnTo>
                    <a:pt x="64" y="126"/>
                  </a:lnTo>
                  <a:lnTo>
                    <a:pt x="52" y="168"/>
                  </a:lnTo>
                  <a:lnTo>
                    <a:pt x="39" y="212"/>
                  </a:lnTo>
                  <a:lnTo>
                    <a:pt x="25" y="255"/>
                  </a:lnTo>
                  <a:lnTo>
                    <a:pt x="12" y="297"/>
                  </a:lnTo>
                  <a:lnTo>
                    <a:pt x="2" y="338"/>
                  </a:lnTo>
                  <a:lnTo>
                    <a:pt x="12" y="338"/>
                  </a:lnTo>
                  <a:lnTo>
                    <a:pt x="2" y="338"/>
                  </a:lnTo>
                  <a:lnTo>
                    <a:pt x="3" y="341"/>
                  </a:lnTo>
                  <a:lnTo>
                    <a:pt x="6" y="343"/>
                  </a:lnTo>
                  <a:lnTo>
                    <a:pt x="9" y="341"/>
                  </a:lnTo>
                  <a:lnTo>
                    <a:pt x="11" y="338"/>
                  </a:lnTo>
                  <a:lnTo>
                    <a:pt x="0" y="33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 name="Freeform 139">
              <a:extLst>
                <a:ext uri="{FF2B5EF4-FFF2-40B4-BE49-F238E27FC236}">
                  <a16:creationId xmlns:a16="http://schemas.microsoft.com/office/drawing/2014/main" id="{E6158710-3DE4-49A7-B620-E4323C557582}"/>
                </a:ext>
              </a:extLst>
            </p:cNvPr>
            <p:cNvSpPr>
              <a:spLocks/>
            </p:cNvSpPr>
            <p:nvPr/>
          </p:nvSpPr>
          <p:spPr bwMode="auto">
            <a:xfrm>
              <a:off x="2362" y="2890"/>
              <a:ext cx="8" cy="4"/>
            </a:xfrm>
            <a:custGeom>
              <a:avLst/>
              <a:gdLst>
                <a:gd name="T0" fmla="*/ 0 w 22"/>
                <a:gd name="T1" fmla="*/ 0 h 13"/>
                <a:gd name="T2" fmla="*/ 0 w 22"/>
                <a:gd name="T3" fmla="*/ 0 h 13"/>
                <a:gd name="T4" fmla="*/ 0 w 22"/>
                <a:gd name="T5" fmla="*/ 0 h 13"/>
                <a:gd name="T6" fmla="*/ 0 w 22"/>
                <a:gd name="T7" fmla="*/ 0 h 13"/>
                <a:gd name="T8" fmla="*/ 0 w 22"/>
                <a:gd name="T9" fmla="*/ 0 h 13"/>
                <a:gd name="T10" fmla="*/ 0 w 22"/>
                <a:gd name="T11" fmla="*/ 0 h 13"/>
                <a:gd name="T12" fmla="*/ 0 w 22"/>
                <a:gd name="T13" fmla="*/ 0 h 13"/>
                <a:gd name="T14" fmla="*/ 0 w 22"/>
                <a:gd name="T15" fmla="*/ 0 h 13"/>
                <a:gd name="T16" fmla="*/ 0 w 22"/>
                <a:gd name="T17" fmla="*/ 0 h 13"/>
                <a:gd name="T18" fmla="*/ 0 w 22"/>
                <a:gd name="T19" fmla="*/ 0 h 13"/>
                <a:gd name="T20" fmla="*/ 0 w 22"/>
                <a:gd name="T21" fmla="*/ 0 h 13"/>
                <a:gd name="T22" fmla="*/ 0 w 22"/>
                <a:gd name="T23" fmla="*/ 0 h 13"/>
                <a:gd name="T24" fmla="*/ 0 w 22"/>
                <a:gd name="T25" fmla="*/ 0 h 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13"/>
                <a:gd name="T41" fmla="*/ 22 w 22"/>
                <a:gd name="T42" fmla="*/ 13 h 1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13">
                  <a:moveTo>
                    <a:pt x="0" y="9"/>
                  </a:moveTo>
                  <a:lnTo>
                    <a:pt x="0" y="9"/>
                  </a:lnTo>
                  <a:lnTo>
                    <a:pt x="3" y="9"/>
                  </a:lnTo>
                  <a:lnTo>
                    <a:pt x="9" y="12"/>
                  </a:lnTo>
                  <a:lnTo>
                    <a:pt x="12" y="13"/>
                  </a:lnTo>
                  <a:lnTo>
                    <a:pt x="10" y="13"/>
                  </a:lnTo>
                  <a:lnTo>
                    <a:pt x="22" y="13"/>
                  </a:lnTo>
                  <a:lnTo>
                    <a:pt x="18" y="7"/>
                  </a:lnTo>
                  <a:lnTo>
                    <a:pt x="12" y="3"/>
                  </a:lnTo>
                  <a:lnTo>
                    <a:pt x="6" y="0"/>
                  </a:lnTo>
                  <a:lnTo>
                    <a:pt x="0" y="0"/>
                  </a:lnTo>
                  <a:lnTo>
                    <a:pt x="0" y="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3" name="Freeform 140">
              <a:extLst>
                <a:ext uri="{FF2B5EF4-FFF2-40B4-BE49-F238E27FC236}">
                  <a16:creationId xmlns:a16="http://schemas.microsoft.com/office/drawing/2014/main" id="{08944CF5-FD71-4EEF-9735-4CAD78F235AD}"/>
                </a:ext>
              </a:extLst>
            </p:cNvPr>
            <p:cNvSpPr>
              <a:spLocks/>
            </p:cNvSpPr>
            <p:nvPr/>
          </p:nvSpPr>
          <p:spPr bwMode="auto">
            <a:xfrm>
              <a:off x="2345" y="2890"/>
              <a:ext cx="17" cy="6"/>
            </a:xfrm>
            <a:custGeom>
              <a:avLst/>
              <a:gdLst>
                <a:gd name="T0" fmla="*/ 0 w 51"/>
                <a:gd name="T1" fmla="*/ 0 h 18"/>
                <a:gd name="T2" fmla="*/ 0 w 51"/>
                <a:gd name="T3" fmla="*/ 0 h 18"/>
                <a:gd name="T4" fmla="*/ 0 w 51"/>
                <a:gd name="T5" fmla="*/ 0 h 18"/>
                <a:gd name="T6" fmla="*/ 0 w 51"/>
                <a:gd name="T7" fmla="*/ 0 h 18"/>
                <a:gd name="T8" fmla="*/ 0 w 51"/>
                <a:gd name="T9" fmla="*/ 0 h 18"/>
                <a:gd name="T10" fmla="*/ 0 w 51"/>
                <a:gd name="T11" fmla="*/ 0 h 18"/>
                <a:gd name="T12" fmla="*/ 0 w 51"/>
                <a:gd name="T13" fmla="*/ 0 h 18"/>
                <a:gd name="T14" fmla="*/ 0 w 51"/>
                <a:gd name="T15" fmla="*/ 0 h 18"/>
                <a:gd name="T16" fmla="*/ 0 w 51"/>
                <a:gd name="T17" fmla="*/ 0 h 18"/>
                <a:gd name="T18" fmla="*/ 0 w 51"/>
                <a:gd name="T19" fmla="*/ 0 h 18"/>
                <a:gd name="T20" fmla="*/ 0 w 51"/>
                <a:gd name="T21" fmla="*/ 0 h 18"/>
                <a:gd name="T22" fmla="*/ 0 w 51"/>
                <a:gd name="T23" fmla="*/ 0 h 18"/>
                <a:gd name="T24" fmla="*/ 0 w 51"/>
                <a:gd name="T25" fmla="*/ 0 h 18"/>
                <a:gd name="T26" fmla="*/ 0 w 51"/>
                <a:gd name="T27" fmla="*/ 0 h 18"/>
                <a:gd name="T28" fmla="*/ 0 w 51"/>
                <a:gd name="T29" fmla="*/ 0 h 18"/>
                <a:gd name="T30" fmla="*/ 0 w 51"/>
                <a:gd name="T31" fmla="*/ 0 h 18"/>
                <a:gd name="T32" fmla="*/ 0 w 51"/>
                <a:gd name="T33" fmla="*/ 0 h 18"/>
                <a:gd name="T34" fmla="*/ 0 w 51"/>
                <a:gd name="T35" fmla="*/ 0 h 18"/>
                <a:gd name="T36" fmla="*/ 0 w 51"/>
                <a:gd name="T37" fmla="*/ 0 h 18"/>
                <a:gd name="T38" fmla="*/ 0 w 51"/>
                <a:gd name="T39" fmla="*/ 0 h 18"/>
                <a:gd name="T40" fmla="*/ 0 w 51"/>
                <a:gd name="T41" fmla="*/ 0 h 18"/>
                <a:gd name="T42" fmla="*/ 0 w 51"/>
                <a:gd name="T43" fmla="*/ 0 h 18"/>
                <a:gd name="T44" fmla="*/ 0 w 51"/>
                <a:gd name="T45" fmla="*/ 0 h 18"/>
                <a:gd name="T46" fmla="*/ 0 w 51"/>
                <a:gd name="T47" fmla="*/ 0 h 18"/>
                <a:gd name="T48" fmla="*/ 0 w 51"/>
                <a:gd name="T49" fmla="*/ 0 h 18"/>
                <a:gd name="T50" fmla="*/ 0 w 51"/>
                <a:gd name="T51" fmla="*/ 0 h 1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1"/>
                <a:gd name="T79" fmla="*/ 0 h 18"/>
                <a:gd name="T80" fmla="*/ 51 w 51"/>
                <a:gd name="T81" fmla="*/ 18 h 1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1" h="18">
                  <a:moveTo>
                    <a:pt x="0" y="16"/>
                  </a:moveTo>
                  <a:lnTo>
                    <a:pt x="5" y="18"/>
                  </a:lnTo>
                  <a:lnTo>
                    <a:pt x="11" y="18"/>
                  </a:lnTo>
                  <a:lnTo>
                    <a:pt x="17" y="16"/>
                  </a:lnTo>
                  <a:lnTo>
                    <a:pt x="23" y="15"/>
                  </a:lnTo>
                  <a:lnTo>
                    <a:pt x="29" y="13"/>
                  </a:lnTo>
                  <a:lnTo>
                    <a:pt x="35" y="13"/>
                  </a:lnTo>
                  <a:lnTo>
                    <a:pt x="40" y="12"/>
                  </a:lnTo>
                  <a:lnTo>
                    <a:pt x="45" y="10"/>
                  </a:lnTo>
                  <a:lnTo>
                    <a:pt x="51" y="9"/>
                  </a:lnTo>
                  <a:lnTo>
                    <a:pt x="51" y="0"/>
                  </a:lnTo>
                  <a:lnTo>
                    <a:pt x="45" y="2"/>
                  </a:lnTo>
                  <a:lnTo>
                    <a:pt x="38" y="3"/>
                  </a:lnTo>
                  <a:lnTo>
                    <a:pt x="35" y="4"/>
                  </a:lnTo>
                  <a:lnTo>
                    <a:pt x="29" y="4"/>
                  </a:lnTo>
                  <a:lnTo>
                    <a:pt x="23" y="6"/>
                  </a:lnTo>
                  <a:lnTo>
                    <a:pt x="17" y="7"/>
                  </a:lnTo>
                  <a:lnTo>
                    <a:pt x="11" y="9"/>
                  </a:lnTo>
                  <a:lnTo>
                    <a:pt x="5" y="9"/>
                  </a:lnTo>
                  <a:lnTo>
                    <a:pt x="9" y="10"/>
                  </a:lnTo>
                  <a:lnTo>
                    <a:pt x="5" y="9"/>
                  </a:lnTo>
                  <a:lnTo>
                    <a:pt x="2" y="10"/>
                  </a:lnTo>
                  <a:lnTo>
                    <a:pt x="0" y="13"/>
                  </a:lnTo>
                  <a:lnTo>
                    <a:pt x="2" y="16"/>
                  </a:lnTo>
                  <a:lnTo>
                    <a:pt x="5" y="18"/>
                  </a:lnTo>
                  <a:lnTo>
                    <a:pt x="0" y="1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4" name="Freeform 141">
              <a:extLst>
                <a:ext uri="{FF2B5EF4-FFF2-40B4-BE49-F238E27FC236}">
                  <a16:creationId xmlns:a16="http://schemas.microsoft.com/office/drawing/2014/main" id="{0BCFD1B5-5101-47FC-9E65-403E8E18B133}"/>
                </a:ext>
              </a:extLst>
            </p:cNvPr>
            <p:cNvSpPr>
              <a:spLocks/>
            </p:cNvSpPr>
            <p:nvPr/>
          </p:nvSpPr>
          <p:spPr bwMode="auto">
            <a:xfrm>
              <a:off x="2335" y="2823"/>
              <a:ext cx="13" cy="72"/>
            </a:xfrm>
            <a:custGeom>
              <a:avLst/>
              <a:gdLst>
                <a:gd name="T0" fmla="*/ 0 w 40"/>
                <a:gd name="T1" fmla="*/ 0 h 216"/>
                <a:gd name="T2" fmla="*/ 0 w 40"/>
                <a:gd name="T3" fmla="*/ 0 h 216"/>
                <a:gd name="T4" fmla="*/ 0 w 40"/>
                <a:gd name="T5" fmla="*/ 0 h 216"/>
                <a:gd name="T6" fmla="*/ 0 w 40"/>
                <a:gd name="T7" fmla="*/ 0 h 216"/>
                <a:gd name="T8" fmla="*/ 0 w 40"/>
                <a:gd name="T9" fmla="*/ 0 h 216"/>
                <a:gd name="T10" fmla="*/ 0 w 40"/>
                <a:gd name="T11" fmla="*/ 0 h 216"/>
                <a:gd name="T12" fmla="*/ 0 w 40"/>
                <a:gd name="T13" fmla="*/ 0 h 216"/>
                <a:gd name="T14" fmla="*/ 0 w 40"/>
                <a:gd name="T15" fmla="*/ 0 h 216"/>
                <a:gd name="T16" fmla="*/ 0 w 40"/>
                <a:gd name="T17" fmla="*/ 0 h 216"/>
                <a:gd name="T18" fmla="*/ 0 w 40"/>
                <a:gd name="T19" fmla="*/ 0 h 216"/>
                <a:gd name="T20" fmla="*/ 0 w 40"/>
                <a:gd name="T21" fmla="*/ 0 h 216"/>
                <a:gd name="T22" fmla="*/ 0 w 40"/>
                <a:gd name="T23" fmla="*/ 0 h 216"/>
                <a:gd name="T24" fmla="*/ 0 w 40"/>
                <a:gd name="T25" fmla="*/ 0 h 216"/>
                <a:gd name="T26" fmla="*/ 0 w 40"/>
                <a:gd name="T27" fmla="*/ 0 h 216"/>
                <a:gd name="T28" fmla="*/ 0 w 40"/>
                <a:gd name="T29" fmla="*/ 0 h 216"/>
                <a:gd name="T30" fmla="*/ 0 w 40"/>
                <a:gd name="T31" fmla="*/ 0 h 216"/>
                <a:gd name="T32" fmla="*/ 0 w 40"/>
                <a:gd name="T33" fmla="*/ 0 h 216"/>
                <a:gd name="T34" fmla="*/ 0 w 40"/>
                <a:gd name="T35" fmla="*/ 0 h 216"/>
                <a:gd name="T36" fmla="*/ 0 w 40"/>
                <a:gd name="T37" fmla="*/ 0 h 216"/>
                <a:gd name="T38" fmla="*/ 0 w 40"/>
                <a:gd name="T39" fmla="*/ 0 h 216"/>
                <a:gd name="T40" fmla="*/ 0 w 40"/>
                <a:gd name="T41" fmla="*/ 0 h 2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0"/>
                <a:gd name="T64" fmla="*/ 0 h 216"/>
                <a:gd name="T65" fmla="*/ 40 w 40"/>
                <a:gd name="T66" fmla="*/ 216 h 2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0" h="216">
                  <a:moveTo>
                    <a:pt x="11" y="0"/>
                  </a:moveTo>
                  <a:lnTo>
                    <a:pt x="11" y="0"/>
                  </a:lnTo>
                  <a:lnTo>
                    <a:pt x="9" y="25"/>
                  </a:lnTo>
                  <a:lnTo>
                    <a:pt x="6" y="50"/>
                  </a:lnTo>
                  <a:lnTo>
                    <a:pt x="3" y="78"/>
                  </a:lnTo>
                  <a:lnTo>
                    <a:pt x="0" y="107"/>
                  </a:lnTo>
                  <a:lnTo>
                    <a:pt x="3" y="135"/>
                  </a:lnTo>
                  <a:lnTo>
                    <a:pt x="8" y="163"/>
                  </a:lnTo>
                  <a:lnTo>
                    <a:pt x="17" y="190"/>
                  </a:lnTo>
                  <a:lnTo>
                    <a:pt x="31" y="216"/>
                  </a:lnTo>
                  <a:lnTo>
                    <a:pt x="40" y="210"/>
                  </a:lnTo>
                  <a:lnTo>
                    <a:pt x="26" y="187"/>
                  </a:lnTo>
                  <a:lnTo>
                    <a:pt x="17" y="163"/>
                  </a:lnTo>
                  <a:lnTo>
                    <a:pt x="12" y="135"/>
                  </a:lnTo>
                  <a:lnTo>
                    <a:pt x="12" y="107"/>
                  </a:lnTo>
                  <a:lnTo>
                    <a:pt x="12" y="78"/>
                  </a:lnTo>
                  <a:lnTo>
                    <a:pt x="15" y="50"/>
                  </a:lnTo>
                  <a:lnTo>
                    <a:pt x="18" y="25"/>
                  </a:lnTo>
                  <a:lnTo>
                    <a:pt x="20" y="0"/>
                  </a:lnTo>
                  <a:lnTo>
                    <a:pt x="11"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5" name="Freeform 142">
              <a:extLst>
                <a:ext uri="{FF2B5EF4-FFF2-40B4-BE49-F238E27FC236}">
                  <a16:creationId xmlns:a16="http://schemas.microsoft.com/office/drawing/2014/main" id="{A445F439-6C6B-4977-BA16-CEB180C6840E}"/>
                </a:ext>
              </a:extLst>
            </p:cNvPr>
            <p:cNvSpPr>
              <a:spLocks/>
            </p:cNvSpPr>
            <p:nvPr/>
          </p:nvSpPr>
          <p:spPr bwMode="auto">
            <a:xfrm>
              <a:off x="2338" y="2780"/>
              <a:ext cx="9" cy="43"/>
            </a:xfrm>
            <a:custGeom>
              <a:avLst/>
              <a:gdLst>
                <a:gd name="T0" fmla="*/ 0 w 27"/>
                <a:gd name="T1" fmla="*/ 0 h 129"/>
                <a:gd name="T2" fmla="*/ 0 w 27"/>
                <a:gd name="T3" fmla="*/ 0 h 129"/>
                <a:gd name="T4" fmla="*/ 0 w 27"/>
                <a:gd name="T5" fmla="*/ 0 h 129"/>
                <a:gd name="T6" fmla="*/ 0 w 27"/>
                <a:gd name="T7" fmla="*/ 0 h 129"/>
                <a:gd name="T8" fmla="*/ 0 w 27"/>
                <a:gd name="T9" fmla="*/ 0 h 129"/>
                <a:gd name="T10" fmla="*/ 0 w 27"/>
                <a:gd name="T11" fmla="*/ 0 h 129"/>
                <a:gd name="T12" fmla="*/ 0 w 27"/>
                <a:gd name="T13" fmla="*/ 0 h 129"/>
                <a:gd name="T14" fmla="*/ 0 w 27"/>
                <a:gd name="T15" fmla="*/ 0 h 129"/>
                <a:gd name="T16" fmla="*/ 0 w 27"/>
                <a:gd name="T17" fmla="*/ 0 h 129"/>
                <a:gd name="T18" fmla="*/ 0 w 27"/>
                <a:gd name="T19" fmla="*/ 0 h 129"/>
                <a:gd name="T20" fmla="*/ 0 w 27"/>
                <a:gd name="T21" fmla="*/ 0 h 129"/>
                <a:gd name="T22" fmla="*/ 0 w 27"/>
                <a:gd name="T23" fmla="*/ 0 h 129"/>
                <a:gd name="T24" fmla="*/ 0 w 27"/>
                <a:gd name="T25" fmla="*/ 0 h 1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129"/>
                <a:gd name="T41" fmla="*/ 27 w 27"/>
                <a:gd name="T42" fmla="*/ 129 h 1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129">
                  <a:moveTo>
                    <a:pt x="21" y="0"/>
                  </a:moveTo>
                  <a:lnTo>
                    <a:pt x="21" y="0"/>
                  </a:lnTo>
                  <a:lnTo>
                    <a:pt x="5" y="25"/>
                  </a:lnTo>
                  <a:lnTo>
                    <a:pt x="0" y="59"/>
                  </a:lnTo>
                  <a:lnTo>
                    <a:pt x="0" y="96"/>
                  </a:lnTo>
                  <a:lnTo>
                    <a:pt x="2" y="129"/>
                  </a:lnTo>
                  <a:lnTo>
                    <a:pt x="11" y="129"/>
                  </a:lnTo>
                  <a:lnTo>
                    <a:pt x="12" y="96"/>
                  </a:lnTo>
                  <a:lnTo>
                    <a:pt x="9" y="59"/>
                  </a:lnTo>
                  <a:lnTo>
                    <a:pt x="14" y="28"/>
                  </a:lnTo>
                  <a:lnTo>
                    <a:pt x="27" y="9"/>
                  </a:lnTo>
                  <a:lnTo>
                    <a:pt x="21"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6" name="Freeform 143">
              <a:extLst>
                <a:ext uri="{FF2B5EF4-FFF2-40B4-BE49-F238E27FC236}">
                  <a16:creationId xmlns:a16="http://schemas.microsoft.com/office/drawing/2014/main" id="{BBA50414-4D8A-4CDA-AACC-16C8FB5CE13D}"/>
                </a:ext>
              </a:extLst>
            </p:cNvPr>
            <p:cNvSpPr>
              <a:spLocks/>
            </p:cNvSpPr>
            <p:nvPr/>
          </p:nvSpPr>
          <p:spPr bwMode="auto">
            <a:xfrm>
              <a:off x="2345" y="2777"/>
              <a:ext cx="5" cy="6"/>
            </a:xfrm>
            <a:custGeom>
              <a:avLst/>
              <a:gdLst>
                <a:gd name="T0" fmla="*/ 0 w 16"/>
                <a:gd name="T1" fmla="*/ 0 h 17"/>
                <a:gd name="T2" fmla="*/ 0 w 16"/>
                <a:gd name="T3" fmla="*/ 0 h 17"/>
                <a:gd name="T4" fmla="*/ 0 w 16"/>
                <a:gd name="T5" fmla="*/ 0 h 17"/>
                <a:gd name="T6" fmla="*/ 0 w 16"/>
                <a:gd name="T7" fmla="*/ 0 h 17"/>
                <a:gd name="T8" fmla="*/ 0 w 16"/>
                <a:gd name="T9" fmla="*/ 0 h 17"/>
                <a:gd name="T10" fmla="*/ 0 w 16"/>
                <a:gd name="T11" fmla="*/ 0 h 17"/>
                <a:gd name="T12" fmla="*/ 0 w 16"/>
                <a:gd name="T13" fmla="*/ 0 h 17"/>
                <a:gd name="T14" fmla="*/ 0 w 16"/>
                <a:gd name="T15" fmla="*/ 0 h 17"/>
                <a:gd name="T16" fmla="*/ 0 w 16"/>
                <a:gd name="T17" fmla="*/ 0 h 17"/>
                <a:gd name="T18" fmla="*/ 0 w 16"/>
                <a:gd name="T19" fmla="*/ 0 h 17"/>
                <a:gd name="T20" fmla="*/ 0 w 16"/>
                <a:gd name="T21" fmla="*/ 0 h 17"/>
                <a:gd name="T22" fmla="*/ 0 w 16"/>
                <a:gd name="T23" fmla="*/ 0 h 17"/>
                <a:gd name="T24" fmla="*/ 0 w 16"/>
                <a:gd name="T25" fmla="*/ 0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7"/>
                <a:gd name="T41" fmla="*/ 16 w 16"/>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7">
                  <a:moveTo>
                    <a:pt x="7" y="6"/>
                  </a:moveTo>
                  <a:lnTo>
                    <a:pt x="7" y="6"/>
                  </a:lnTo>
                  <a:lnTo>
                    <a:pt x="4" y="5"/>
                  </a:lnTo>
                  <a:lnTo>
                    <a:pt x="6" y="3"/>
                  </a:lnTo>
                  <a:lnTo>
                    <a:pt x="4" y="5"/>
                  </a:lnTo>
                  <a:lnTo>
                    <a:pt x="0" y="8"/>
                  </a:lnTo>
                  <a:lnTo>
                    <a:pt x="6" y="17"/>
                  </a:lnTo>
                  <a:lnTo>
                    <a:pt x="10" y="14"/>
                  </a:lnTo>
                  <a:lnTo>
                    <a:pt x="15" y="9"/>
                  </a:lnTo>
                  <a:lnTo>
                    <a:pt x="16" y="5"/>
                  </a:lnTo>
                  <a:lnTo>
                    <a:pt x="13" y="0"/>
                  </a:lnTo>
                  <a:lnTo>
                    <a:pt x="7"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7" name="Freeform 144">
              <a:extLst>
                <a:ext uri="{FF2B5EF4-FFF2-40B4-BE49-F238E27FC236}">
                  <a16:creationId xmlns:a16="http://schemas.microsoft.com/office/drawing/2014/main" id="{EBF2D7E7-D024-4883-868B-34FFD3B91659}"/>
                </a:ext>
              </a:extLst>
            </p:cNvPr>
            <p:cNvSpPr>
              <a:spLocks/>
            </p:cNvSpPr>
            <p:nvPr/>
          </p:nvSpPr>
          <p:spPr bwMode="auto">
            <a:xfrm>
              <a:off x="2345" y="2770"/>
              <a:ext cx="5" cy="9"/>
            </a:xfrm>
            <a:custGeom>
              <a:avLst/>
              <a:gdLst>
                <a:gd name="T0" fmla="*/ 0 w 14"/>
                <a:gd name="T1" fmla="*/ 0 h 27"/>
                <a:gd name="T2" fmla="*/ 0 w 14"/>
                <a:gd name="T3" fmla="*/ 0 h 27"/>
                <a:gd name="T4" fmla="*/ 0 w 14"/>
                <a:gd name="T5" fmla="*/ 0 h 27"/>
                <a:gd name="T6" fmla="*/ 0 w 14"/>
                <a:gd name="T7" fmla="*/ 0 h 27"/>
                <a:gd name="T8" fmla="*/ 0 w 14"/>
                <a:gd name="T9" fmla="*/ 0 h 27"/>
                <a:gd name="T10" fmla="*/ 0 w 14"/>
                <a:gd name="T11" fmla="*/ 0 h 27"/>
                <a:gd name="T12" fmla="*/ 0 w 14"/>
                <a:gd name="T13" fmla="*/ 0 h 27"/>
                <a:gd name="T14" fmla="*/ 0 w 14"/>
                <a:gd name="T15" fmla="*/ 0 h 27"/>
                <a:gd name="T16" fmla="*/ 0 w 14"/>
                <a:gd name="T17" fmla="*/ 0 h 27"/>
                <a:gd name="T18" fmla="*/ 0 w 14"/>
                <a:gd name="T19" fmla="*/ 0 h 27"/>
                <a:gd name="T20" fmla="*/ 0 w 14"/>
                <a:gd name="T21" fmla="*/ 0 h 27"/>
                <a:gd name="T22" fmla="*/ 0 w 14"/>
                <a:gd name="T23" fmla="*/ 0 h 27"/>
                <a:gd name="T24" fmla="*/ 0 w 14"/>
                <a:gd name="T25" fmla="*/ 0 h 27"/>
                <a:gd name="T26" fmla="*/ 0 w 14"/>
                <a:gd name="T27" fmla="*/ 0 h 27"/>
                <a:gd name="T28" fmla="*/ 0 w 14"/>
                <a:gd name="T29" fmla="*/ 0 h 27"/>
                <a:gd name="T30" fmla="*/ 0 w 14"/>
                <a:gd name="T31" fmla="*/ 0 h 27"/>
                <a:gd name="T32" fmla="*/ 0 w 14"/>
                <a:gd name="T33" fmla="*/ 0 h 27"/>
                <a:gd name="T34" fmla="*/ 0 w 14"/>
                <a:gd name="T35" fmla="*/ 0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
                <a:gd name="T55" fmla="*/ 0 h 27"/>
                <a:gd name="T56" fmla="*/ 14 w 14"/>
                <a:gd name="T57" fmla="*/ 27 h 2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 h="27">
                  <a:moveTo>
                    <a:pt x="9" y="2"/>
                  </a:moveTo>
                  <a:lnTo>
                    <a:pt x="5" y="3"/>
                  </a:lnTo>
                  <a:lnTo>
                    <a:pt x="0" y="14"/>
                  </a:lnTo>
                  <a:lnTo>
                    <a:pt x="0" y="21"/>
                  </a:lnTo>
                  <a:lnTo>
                    <a:pt x="5" y="26"/>
                  </a:lnTo>
                  <a:lnTo>
                    <a:pt x="6" y="27"/>
                  </a:lnTo>
                  <a:lnTo>
                    <a:pt x="12" y="21"/>
                  </a:lnTo>
                  <a:lnTo>
                    <a:pt x="11" y="20"/>
                  </a:lnTo>
                  <a:lnTo>
                    <a:pt x="9" y="18"/>
                  </a:lnTo>
                  <a:lnTo>
                    <a:pt x="9" y="17"/>
                  </a:lnTo>
                  <a:lnTo>
                    <a:pt x="14" y="9"/>
                  </a:lnTo>
                  <a:lnTo>
                    <a:pt x="9" y="11"/>
                  </a:lnTo>
                  <a:lnTo>
                    <a:pt x="14" y="9"/>
                  </a:lnTo>
                  <a:lnTo>
                    <a:pt x="14" y="5"/>
                  </a:lnTo>
                  <a:lnTo>
                    <a:pt x="12" y="2"/>
                  </a:lnTo>
                  <a:lnTo>
                    <a:pt x="8" y="0"/>
                  </a:lnTo>
                  <a:lnTo>
                    <a:pt x="5" y="3"/>
                  </a:lnTo>
                  <a:lnTo>
                    <a:pt x="9" y="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8" name="Freeform 145">
              <a:extLst>
                <a:ext uri="{FF2B5EF4-FFF2-40B4-BE49-F238E27FC236}">
                  <a16:creationId xmlns:a16="http://schemas.microsoft.com/office/drawing/2014/main" id="{611CF07D-2A22-4A17-9536-2D4EDD5C31FE}"/>
                </a:ext>
              </a:extLst>
            </p:cNvPr>
            <p:cNvSpPr>
              <a:spLocks/>
            </p:cNvSpPr>
            <p:nvPr/>
          </p:nvSpPr>
          <p:spPr bwMode="auto">
            <a:xfrm>
              <a:off x="2348" y="2535"/>
              <a:ext cx="220" cy="251"/>
            </a:xfrm>
            <a:custGeom>
              <a:avLst/>
              <a:gdLst>
                <a:gd name="T0" fmla="*/ 0 w 658"/>
                <a:gd name="T1" fmla="*/ 0 h 752"/>
                <a:gd name="T2" fmla="*/ 0 w 658"/>
                <a:gd name="T3" fmla="*/ 0 h 752"/>
                <a:gd name="T4" fmla="*/ 0 w 658"/>
                <a:gd name="T5" fmla="*/ 0 h 752"/>
                <a:gd name="T6" fmla="*/ 0 w 658"/>
                <a:gd name="T7" fmla="*/ 0 h 752"/>
                <a:gd name="T8" fmla="*/ 0 w 658"/>
                <a:gd name="T9" fmla="*/ 0 h 752"/>
                <a:gd name="T10" fmla="*/ 0 w 658"/>
                <a:gd name="T11" fmla="*/ 0 h 752"/>
                <a:gd name="T12" fmla="*/ 0 w 658"/>
                <a:gd name="T13" fmla="*/ 0 h 752"/>
                <a:gd name="T14" fmla="*/ 0 w 658"/>
                <a:gd name="T15" fmla="*/ 0 h 752"/>
                <a:gd name="T16" fmla="*/ 0 w 658"/>
                <a:gd name="T17" fmla="*/ 0 h 752"/>
                <a:gd name="T18" fmla="*/ 0 w 658"/>
                <a:gd name="T19" fmla="*/ 0 h 752"/>
                <a:gd name="T20" fmla="*/ 0 w 658"/>
                <a:gd name="T21" fmla="*/ 0 h 752"/>
                <a:gd name="T22" fmla="*/ 0 w 658"/>
                <a:gd name="T23" fmla="*/ 0 h 752"/>
                <a:gd name="T24" fmla="*/ 0 w 658"/>
                <a:gd name="T25" fmla="*/ 0 h 752"/>
                <a:gd name="T26" fmla="*/ 0 w 658"/>
                <a:gd name="T27" fmla="*/ 0 h 752"/>
                <a:gd name="T28" fmla="*/ 0 w 658"/>
                <a:gd name="T29" fmla="*/ 0 h 752"/>
                <a:gd name="T30" fmla="*/ 0 w 658"/>
                <a:gd name="T31" fmla="*/ 0 h 752"/>
                <a:gd name="T32" fmla="*/ 0 w 658"/>
                <a:gd name="T33" fmla="*/ 0 h 752"/>
                <a:gd name="T34" fmla="*/ 0 w 658"/>
                <a:gd name="T35" fmla="*/ 0 h 752"/>
                <a:gd name="T36" fmla="*/ 0 w 658"/>
                <a:gd name="T37" fmla="*/ 0 h 752"/>
                <a:gd name="T38" fmla="*/ 0 w 658"/>
                <a:gd name="T39" fmla="*/ 0 h 752"/>
                <a:gd name="T40" fmla="*/ 0 w 658"/>
                <a:gd name="T41" fmla="*/ 0 h 752"/>
                <a:gd name="T42" fmla="*/ 0 w 658"/>
                <a:gd name="T43" fmla="*/ 0 h 752"/>
                <a:gd name="T44" fmla="*/ 0 w 658"/>
                <a:gd name="T45" fmla="*/ 0 h 752"/>
                <a:gd name="T46" fmla="*/ 0 w 658"/>
                <a:gd name="T47" fmla="*/ 0 h 752"/>
                <a:gd name="T48" fmla="*/ 0 w 658"/>
                <a:gd name="T49" fmla="*/ 0 h 752"/>
                <a:gd name="T50" fmla="*/ 0 w 658"/>
                <a:gd name="T51" fmla="*/ 0 h 752"/>
                <a:gd name="T52" fmla="*/ 0 w 658"/>
                <a:gd name="T53" fmla="*/ 0 h 752"/>
                <a:gd name="T54" fmla="*/ 0 w 658"/>
                <a:gd name="T55" fmla="*/ 0 h 752"/>
                <a:gd name="T56" fmla="*/ 0 w 658"/>
                <a:gd name="T57" fmla="*/ 0 h 752"/>
                <a:gd name="T58" fmla="*/ 0 w 658"/>
                <a:gd name="T59" fmla="*/ 0 h 752"/>
                <a:gd name="T60" fmla="*/ 0 w 658"/>
                <a:gd name="T61" fmla="*/ 0 h 752"/>
                <a:gd name="T62" fmla="*/ 0 w 658"/>
                <a:gd name="T63" fmla="*/ 0 h 752"/>
                <a:gd name="T64" fmla="*/ 0 w 658"/>
                <a:gd name="T65" fmla="*/ 0 h 752"/>
                <a:gd name="T66" fmla="*/ 0 w 658"/>
                <a:gd name="T67" fmla="*/ 0 h 752"/>
                <a:gd name="T68" fmla="*/ 0 w 658"/>
                <a:gd name="T69" fmla="*/ 0 h 752"/>
                <a:gd name="T70" fmla="*/ 0 w 658"/>
                <a:gd name="T71" fmla="*/ 0 h 752"/>
                <a:gd name="T72" fmla="*/ 0 w 658"/>
                <a:gd name="T73" fmla="*/ 0 h 752"/>
                <a:gd name="T74" fmla="*/ 0 w 658"/>
                <a:gd name="T75" fmla="*/ 0 h 752"/>
                <a:gd name="T76" fmla="*/ 0 w 658"/>
                <a:gd name="T77" fmla="*/ 0 h 752"/>
                <a:gd name="T78" fmla="*/ 0 w 658"/>
                <a:gd name="T79" fmla="*/ 0 h 752"/>
                <a:gd name="T80" fmla="*/ 0 w 658"/>
                <a:gd name="T81" fmla="*/ 0 h 752"/>
                <a:gd name="T82" fmla="*/ 0 w 658"/>
                <a:gd name="T83" fmla="*/ 0 h 752"/>
                <a:gd name="T84" fmla="*/ 0 w 658"/>
                <a:gd name="T85" fmla="*/ 0 h 752"/>
                <a:gd name="T86" fmla="*/ 0 w 658"/>
                <a:gd name="T87" fmla="*/ 0 h 75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8"/>
                <a:gd name="T133" fmla="*/ 0 h 752"/>
                <a:gd name="T134" fmla="*/ 658 w 658"/>
                <a:gd name="T135" fmla="*/ 752 h 75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8" h="752">
                  <a:moveTo>
                    <a:pt x="559" y="714"/>
                  </a:moveTo>
                  <a:lnTo>
                    <a:pt x="563" y="711"/>
                  </a:lnTo>
                  <a:lnTo>
                    <a:pt x="569" y="706"/>
                  </a:lnTo>
                  <a:lnTo>
                    <a:pt x="577" y="703"/>
                  </a:lnTo>
                  <a:lnTo>
                    <a:pt x="584" y="701"/>
                  </a:lnTo>
                  <a:lnTo>
                    <a:pt x="592" y="699"/>
                  </a:lnTo>
                  <a:lnTo>
                    <a:pt x="599" y="696"/>
                  </a:lnTo>
                  <a:lnTo>
                    <a:pt x="608" y="695"/>
                  </a:lnTo>
                  <a:lnTo>
                    <a:pt x="617" y="695"/>
                  </a:lnTo>
                  <a:lnTo>
                    <a:pt x="621" y="695"/>
                  </a:lnTo>
                  <a:lnTo>
                    <a:pt x="626" y="696"/>
                  </a:lnTo>
                  <a:lnTo>
                    <a:pt x="630" y="696"/>
                  </a:lnTo>
                  <a:lnTo>
                    <a:pt x="634" y="698"/>
                  </a:lnTo>
                  <a:lnTo>
                    <a:pt x="642" y="703"/>
                  </a:lnTo>
                  <a:lnTo>
                    <a:pt x="649" y="711"/>
                  </a:lnTo>
                  <a:lnTo>
                    <a:pt x="654" y="720"/>
                  </a:lnTo>
                  <a:lnTo>
                    <a:pt x="658" y="730"/>
                  </a:lnTo>
                  <a:lnTo>
                    <a:pt x="649" y="689"/>
                  </a:lnTo>
                  <a:lnTo>
                    <a:pt x="639" y="647"/>
                  </a:lnTo>
                  <a:lnTo>
                    <a:pt x="629" y="604"/>
                  </a:lnTo>
                  <a:lnTo>
                    <a:pt x="620" y="563"/>
                  </a:lnTo>
                  <a:lnTo>
                    <a:pt x="605" y="453"/>
                  </a:lnTo>
                  <a:lnTo>
                    <a:pt x="594" y="344"/>
                  </a:lnTo>
                  <a:lnTo>
                    <a:pt x="589" y="236"/>
                  </a:lnTo>
                  <a:lnTo>
                    <a:pt x="586" y="128"/>
                  </a:lnTo>
                  <a:lnTo>
                    <a:pt x="584" y="107"/>
                  </a:lnTo>
                  <a:lnTo>
                    <a:pt x="580" y="91"/>
                  </a:lnTo>
                  <a:lnTo>
                    <a:pt x="575" y="76"/>
                  </a:lnTo>
                  <a:lnTo>
                    <a:pt x="568" y="65"/>
                  </a:lnTo>
                  <a:lnTo>
                    <a:pt x="560" y="57"/>
                  </a:lnTo>
                  <a:lnTo>
                    <a:pt x="552" y="49"/>
                  </a:lnTo>
                  <a:lnTo>
                    <a:pt x="544" y="43"/>
                  </a:lnTo>
                  <a:lnTo>
                    <a:pt x="538" y="39"/>
                  </a:lnTo>
                  <a:lnTo>
                    <a:pt x="531" y="34"/>
                  </a:lnTo>
                  <a:lnTo>
                    <a:pt x="519" y="28"/>
                  </a:lnTo>
                  <a:lnTo>
                    <a:pt x="507" y="22"/>
                  </a:lnTo>
                  <a:lnTo>
                    <a:pt x="500" y="19"/>
                  </a:lnTo>
                  <a:lnTo>
                    <a:pt x="495" y="18"/>
                  </a:lnTo>
                  <a:lnTo>
                    <a:pt x="491" y="17"/>
                  </a:lnTo>
                  <a:lnTo>
                    <a:pt x="485" y="15"/>
                  </a:lnTo>
                  <a:lnTo>
                    <a:pt x="480" y="14"/>
                  </a:lnTo>
                  <a:lnTo>
                    <a:pt x="469" y="11"/>
                  </a:lnTo>
                  <a:lnTo>
                    <a:pt x="455" y="8"/>
                  </a:lnTo>
                  <a:lnTo>
                    <a:pt x="442" y="6"/>
                  </a:lnTo>
                  <a:lnTo>
                    <a:pt x="429" y="5"/>
                  </a:lnTo>
                  <a:lnTo>
                    <a:pt x="414" y="3"/>
                  </a:lnTo>
                  <a:lnTo>
                    <a:pt x="399" y="2"/>
                  </a:lnTo>
                  <a:lnTo>
                    <a:pt x="386" y="0"/>
                  </a:lnTo>
                  <a:lnTo>
                    <a:pt x="371" y="0"/>
                  </a:lnTo>
                  <a:lnTo>
                    <a:pt x="359" y="0"/>
                  </a:lnTo>
                  <a:lnTo>
                    <a:pt x="346" y="0"/>
                  </a:lnTo>
                  <a:lnTo>
                    <a:pt x="334" y="2"/>
                  </a:lnTo>
                  <a:lnTo>
                    <a:pt x="320" y="3"/>
                  </a:lnTo>
                  <a:lnTo>
                    <a:pt x="309" y="5"/>
                  </a:lnTo>
                  <a:lnTo>
                    <a:pt x="295" y="6"/>
                  </a:lnTo>
                  <a:lnTo>
                    <a:pt x="283" y="8"/>
                  </a:lnTo>
                  <a:lnTo>
                    <a:pt x="271" y="11"/>
                  </a:lnTo>
                  <a:lnTo>
                    <a:pt x="261" y="14"/>
                  </a:lnTo>
                  <a:lnTo>
                    <a:pt x="251" y="15"/>
                  </a:lnTo>
                  <a:lnTo>
                    <a:pt x="240" y="18"/>
                  </a:lnTo>
                  <a:lnTo>
                    <a:pt x="230" y="21"/>
                  </a:lnTo>
                  <a:lnTo>
                    <a:pt x="221" y="25"/>
                  </a:lnTo>
                  <a:lnTo>
                    <a:pt x="212" y="28"/>
                  </a:lnTo>
                  <a:lnTo>
                    <a:pt x="205" y="33"/>
                  </a:lnTo>
                  <a:lnTo>
                    <a:pt x="197" y="39"/>
                  </a:lnTo>
                  <a:lnTo>
                    <a:pt x="177" y="58"/>
                  </a:lnTo>
                  <a:lnTo>
                    <a:pt x="157" y="83"/>
                  </a:lnTo>
                  <a:lnTo>
                    <a:pt x="140" y="111"/>
                  </a:lnTo>
                  <a:lnTo>
                    <a:pt x="123" y="143"/>
                  </a:lnTo>
                  <a:lnTo>
                    <a:pt x="107" y="175"/>
                  </a:lnTo>
                  <a:lnTo>
                    <a:pt x="94" y="209"/>
                  </a:lnTo>
                  <a:lnTo>
                    <a:pt x="83" y="244"/>
                  </a:lnTo>
                  <a:lnTo>
                    <a:pt x="74" y="278"/>
                  </a:lnTo>
                  <a:lnTo>
                    <a:pt x="67" y="318"/>
                  </a:lnTo>
                  <a:lnTo>
                    <a:pt x="60" y="358"/>
                  </a:lnTo>
                  <a:lnTo>
                    <a:pt x="52" y="398"/>
                  </a:lnTo>
                  <a:lnTo>
                    <a:pt x="46" y="436"/>
                  </a:lnTo>
                  <a:lnTo>
                    <a:pt x="40" y="476"/>
                  </a:lnTo>
                  <a:lnTo>
                    <a:pt x="34" y="515"/>
                  </a:lnTo>
                  <a:lnTo>
                    <a:pt x="29" y="555"/>
                  </a:lnTo>
                  <a:lnTo>
                    <a:pt x="23" y="594"/>
                  </a:lnTo>
                  <a:lnTo>
                    <a:pt x="17" y="623"/>
                  </a:lnTo>
                  <a:lnTo>
                    <a:pt x="9" y="662"/>
                  </a:lnTo>
                  <a:lnTo>
                    <a:pt x="3" y="696"/>
                  </a:lnTo>
                  <a:lnTo>
                    <a:pt x="0" y="712"/>
                  </a:lnTo>
                  <a:lnTo>
                    <a:pt x="9" y="715"/>
                  </a:lnTo>
                  <a:lnTo>
                    <a:pt x="18" y="718"/>
                  </a:lnTo>
                  <a:lnTo>
                    <a:pt x="26" y="721"/>
                  </a:lnTo>
                  <a:lnTo>
                    <a:pt x="33" y="724"/>
                  </a:lnTo>
                  <a:lnTo>
                    <a:pt x="40" y="727"/>
                  </a:lnTo>
                  <a:lnTo>
                    <a:pt x="46" y="730"/>
                  </a:lnTo>
                  <a:lnTo>
                    <a:pt x="52" y="733"/>
                  </a:lnTo>
                  <a:lnTo>
                    <a:pt x="57" y="735"/>
                  </a:lnTo>
                  <a:lnTo>
                    <a:pt x="67" y="733"/>
                  </a:lnTo>
                  <a:lnTo>
                    <a:pt x="76" y="730"/>
                  </a:lnTo>
                  <a:lnTo>
                    <a:pt x="85" y="729"/>
                  </a:lnTo>
                  <a:lnTo>
                    <a:pt x="92" y="726"/>
                  </a:lnTo>
                  <a:lnTo>
                    <a:pt x="98" y="723"/>
                  </a:lnTo>
                  <a:lnTo>
                    <a:pt x="103" y="720"/>
                  </a:lnTo>
                  <a:lnTo>
                    <a:pt x="106" y="718"/>
                  </a:lnTo>
                  <a:lnTo>
                    <a:pt x="107" y="718"/>
                  </a:lnTo>
                  <a:lnTo>
                    <a:pt x="123" y="721"/>
                  </a:lnTo>
                  <a:lnTo>
                    <a:pt x="140" y="727"/>
                  </a:lnTo>
                  <a:lnTo>
                    <a:pt x="157" y="733"/>
                  </a:lnTo>
                  <a:lnTo>
                    <a:pt x="174" y="739"/>
                  </a:lnTo>
                  <a:lnTo>
                    <a:pt x="190" y="744"/>
                  </a:lnTo>
                  <a:lnTo>
                    <a:pt x="205" y="745"/>
                  </a:lnTo>
                  <a:lnTo>
                    <a:pt x="217" y="742"/>
                  </a:lnTo>
                  <a:lnTo>
                    <a:pt x="229" y="732"/>
                  </a:lnTo>
                  <a:lnTo>
                    <a:pt x="242" y="701"/>
                  </a:lnTo>
                  <a:lnTo>
                    <a:pt x="249" y="666"/>
                  </a:lnTo>
                  <a:lnTo>
                    <a:pt x="255" y="631"/>
                  </a:lnTo>
                  <a:lnTo>
                    <a:pt x="267" y="598"/>
                  </a:lnTo>
                  <a:lnTo>
                    <a:pt x="266" y="603"/>
                  </a:lnTo>
                  <a:lnTo>
                    <a:pt x="264" y="607"/>
                  </a:lnTo>
                  <a:lnTo>
                    <a:pt x="263" y="611"/>
                  </a:lnTo>
                  <a:lnTo>
                    <a:pt x="263" y="616"/>
                  </a:lnTo>
                  <a:lnTo>
                    <a:pt x="270" y="634"/>
                  </a:lnTo>
                  <a:lnTo>
                    <a:pt x="276" y="655"/>
                  </a:lnTo>
                  <a:lnTo>
                    <a:pt x="282" y="675"/>
                  </a:lnTo>
                  <a:lnTo>
                    <a:pt x="288" y="695"/>
                  </a:lnTo>
                  <a:lnTo>
                    <a:pt x="295" y="712"/>
                  </a:lnTo>
                  <a:lnTo>
                    <a:pt x="304" y="727"/>
                  </a:lnTo>
                  <a:lnTo>
                    <a:pt x="317" y="738"/>
                  </a:lnTo>
                  <a:lnTo>
                    <a:pt x="334" y="744"/>
                  </a:lnTo>
                  <a:lnTo>
                    <a:pt x="360" y="747"/>
                  </a:lnTo>
                  <a:lnTo>
                    <a:pt x="390" y="749"/>
                  </a:lnTo>
                  <a:lnTo>
                    <a:pt x="421" y="752"/>
                  </a:lnTo>
                  <a:lnTo>
                    <a:pt x="454" y="752"/>
                  </a:lnTo>
                  <a:lnTo>
                    <a:pt x="483" y="751"/>
                  </a:lnTo>
                  <a:lnTo>
                    <a:pt x="513" y="744"/>
                  </a:lnTo>
                  <a:lnTo>
                    <a:pt x="538" y="732"/>
                  </a:lnTo>
                  <a:lnTo>
                    <a:pt x="559" y="714"/>
                  </a:lnTo>
                  <a:close/>
                </a:path>
              </a:pathLst>
            </a:custGeom>
            <a:solidFill>
              <a:srgbClr val="0072D8"/>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9" name="Freeform 146">
              <a:extLst>
                <a:ext uri="{FF2B5EF4-FFF2-40B4-BE49-F238E27FC236}">
                  <a16:creationId xmlns:a16="http://schemas.microsoft.com/office/drawing/2014/main" id="{933F9E46-4FD8-485F-B2C7-61A6AFF32A50}"/>
                </a:ext>
              </a:extLst>
            </p:cNvPr>
            <p:cNvSpPr>
              <a:spLocks/>
            </p:cNvSpPr>
            <p:nvPr/>
          </p:nvSpPr>
          <p:spPr bwMode="auto">
            <a:xfrm>
              <a:off x="2534" y="2765"/>
              <a:ext cx="20" cy="9"/>
            </a:xfrm>
            <a:custGeom>
              <a:avLst/>
              <a:gdLst>
                <a:gd name="T0" fmla="*/ 0 w 61"/>
                <a:gd name="T1" fmla="*/ 0 h 29"/>
                <a:gd name="T2" fmla="*/ 0 w 61"/>
                <a:gd name="T3" fmla="*/ 0 h 29"/>
                <a:gd name="T4" fmla="*/ 0 w 61"/>
                <a:gd name="T5" fmla="*/ 0 h 29"/>
                <a:gd name="T6" fmla="*/ 0 w 61"/>
                <a:gd name="T7" fmla="*/ 0 h 29"/>
                <a:gd name="T8" fmla="*/ 0 w 61"/>
                <a:gd name="T9" fmla="*/ 0 h 29"/>
                <a:gd name="T10" fmla="*/ 0 w 61"/>
                <a:gd name="T11" fmla="*/ 0 h 29"/>
                <a:gd name="T12" fmla="*/ 0 w 61"/>
                <a:gd name="T13" fmla="*/ 0 h 29"/>
                <a:gd name="T14" fmla="*/ 0 w 61"/>
                <a:gd name="T15" fmla="*/ 0 h 29"/>
                <a:gd name="T16" fmla="*/ 0 w 61"/>
                <a:gd name="T17" fmla="*/ 0 h 29"/>
                <a:gd name="T18" fmla="*/ 0 w 61"/>
                <a:gd name="T19" fmla="*/ 0 h 29"/>
                <a:gd name="T20" fmla="*/ 0 w 61"/>
                <a:gd name="T21" fmla="*/ 0 h 29"/>
                <a:gd name="T22" fmla="*/ 0 w 61"/>
                <a:gd name="T23" fmla="*/ 0 h 29"/>
                <a:gd name="T24" fmla="*/ 0 w 61"/>
                <a:gd name="T25" fmla="*/ 0 h 29"/>
                <a:gd name="T26" fmla="*/ 0 w 61"/>
                <a:gd name="T27" fmla="*/ 0 h 29"/>
                <a:gd name="T28" fmla="*/ 0 w 61"/>
                <a:gd name="T29" fmla="*/ 0 h 29"/>
                <a:gd name="T30" fmla="*/ 0 w 61"/>
                <a:gd name="T31" fmla="*/ 0 h 29"/>
                <a:gd name="T32" fmla="*/ 0 w 61"/>
                <a:gd name="T33" fmla="*/ 0 h 29"/>
                <a:gd name="T34" fmla="*/ 0 w 61"/>
                <a:gd name="T35" fmla="*/ 0 h 29"/>
                <a:gd name="T36" fmla="*/ 0 w 61"/>
                <a:gd name="T37" fmla="*/ 0 h 29"/>
                <a:gd name="T38" fmla="*/ 0 w 61"/>
                <a:gd name="T39" fmla="*/ 0 h 29"/>
                <a:gd name="T40" fmla="*/ 0 w 61"/>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1"/>
                <a:gd name="T64" fmla="*/ 0 h 29"/>
                <a:gd name="T65" fmla="*/ 61 w 61"/>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1" h="29">
                  <a:moveTo>
                    <a:pt x="61" y="0"/>
                  </a:moveTo>
                  <a:lnTo>
                    <a:pt x="61" y="0"/>
                  </a:lnTo>
                  <a:lnTo>
                    <a:pt x="52" y="1"/>
                  </a:lnTo>
                  <a:lnTo>
                    <a:pt x="41" y="3"/>
                  </a:lnTo>
                  <a:lnTo>
                    <a:pt x="34" y="6"/>
                  </a:lnTo>
                  <a:lnTo>
                    <a:pt x="27" y="7"/>
                  </a:lnTo>
                  <a:lnTo>
                    <a:pt x="19" y="10"/>
                  </a:lnTo>
                  <a:lnTo>
                    <a:pt x="12" y="13"/>
                  </a:lnTo>
                  <a:lnTo>
                    <a:pt x="4" y="17"/>
                  </a:lnTo>
                  <a:lnTo>
                    <a:pt x="0" y="20"/>
                  </a:lnTo>
                  <a:lnTo>
                    <a:pt x="6" y="29"/>
                  </a:lnTo>
                  <a:lnTo>
                    <a:pt x="10" y="26"/>
                  </a:lnTo>
                  <a:lnTo>
                    <a:pt x="15" y="22"/>
                  </a:lnTo>
                  <a:lnTo>
                    <a:pt x="22" y="19"/>
                  </a:lnTo>
                  <a:lnTo>
                    <a:pt x="30" y="16"/>
                  </a:lnTo>
                  <a:lnTo>
                    <a:pt x="37" y="14"/>
                  </a:lnTo>
                  <a:lnTo>
                    <a:pt x="44" y="12"/>
                  </a:lnTo>
                  <a:lnTo>
                    <a:pt x="52" y="10"/>
                  </a:lnTo>
                  <a:lnTo>
                    <a:pt x="61" y="12"/>
                  </a:lnTo>
                  <a:lnTo>
                    <a:pt x="61"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0" name="Freeform 147">
              <a:extLst>
                <a:ext uri="{FF2B5EF4-FFF2-40B4-BE49-F238E27FC236}">
                  <a16:creationId xmlns:a16="http://schemas.microsoft.com/office/drawing/2014/main" id="{98B5D8BB-ADE9-4C4E-9409-455C3D4DF9D9}"/>
                </a:ext>
              </a:extLst>
            </p:cNvPr>
            <p:cNvSpPr>
              <a:spLocks/>
            </p:cNvSpPr>
            <p:nvPr/>
          </p:nvSpPr>
          <p:spPr bwMode="auto">
            <a:xfrm>
              <a:off x="2554" y="2765"/>
              <a:ext cx="7" cy="4"/>
            </a:xfrm>
            <a:custGeom>
              <a:avLst/>
              <a:gdLst>
                <a:gd name="T0" fmla="*/ 0 w 22"/>
                <a:gd name="T1" fmla="*/ 0 h 13"/>
                <a:gd name="T2" fmla="*/ 0 w 22"/>
                <a:gd name="T3" fmla="*/ 0 h 13"/>
                <a:gd name="T4" fmla="*/ 0 w 22"/>
                <a:gd name="T5" fmla="*/ 0 h 13"/>
                <a:gd name="T6" fmla="*/ 0 w 22"/>
                <a:gd name="T7" fmla="*/ 0 h 13"/>
                <a:gd name="T8" fmla="*/ 0 w 22"/>
                <a:gd name="T9" fmla="*/ 0 h 13"/>
                <a:gd name="T10" fmla="*/ 0 w 22"/>
                <a:gd name="T11" fmla="*/ 0 h 13"/>
                <a:gd name="T12" fmla="*/ 0 w 22"/>
                <a:gd name="T13" fmla="*/ 0 h 13"/>
                <a:gd name="T14" fmla="*/ 0 w 22"/>
                <a:gd name="T15" fmla="*/ 0 h 13"/>
                <a:gd name="T16" fmla="*/ 0 w 22"/>
                <a:gd name="T17" fmla="*/ 0 h 13"/>
                <a:gd name="T18" fmla="*/ 0 w 22"/>
                <a:gd name="T19" fmla="*/ 0 h 13"/>
                <a:gd name="T20" fmla="*/ 0 w 22"/>
                <a:gd name="T21" fmla="*/ 0 h 13"/>
                <a:gd name="T22" fmla="*/ 0 w 22"/>
                <a:gd name="T23" fmla="*/ 0 h 13"/>
                <a:gd name="T24" fmla="*/ 0 w 22"/>
                <a:gd name="T25" fmla="*/ 0 h 13"/>
                <a:gd name="T26" fmla="*/ 0 w 22"/>
                <a:gd name="T27" fmla="*/ 0 h 13"/>
                <a:gd name="T28" fmla="*/ 0 w 22"/>
                <a:gd name="T29" fmla="*/ 0 h 13"/>
                <a:gd name="T30" fmla="*/ 0 w 22"/>
                <a:gd name="T31" fmla="*/ 0 h 13"/>
                <a:gd name="T32" fmla="*/ 0 w 22"/>
                <a:gd name="T33" fmla="*/ 0 h 13"/>
                <a:gd name="T34" fmla="*/ 0 w 22"/>
                <a:gd name="T35" fmla="*/ 0 h 1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
                <a:gd name="T55" fmla="*/ 0 h 13"/>
                <a:gd name="T56" fmla="*/ 22 w 22"/>
                <a:gd name="T57" fmla="*/ 13 h 1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 h="13">
                  <a:moveTo>
                    <a:pt x="19" y="4"/>
                  </a:moveTo>
                  <a:lnTo>
                    <a:pt x="17" y="4"/>
                  </a:lnTo>
                  <a:lnTo>
                    <a:pt x="13" y="3"/>
                  </a:lnTo>
                  <a:lnTo>
                    <a:pt x="9" y="3"/>
                  </a:lnTo>
                  <a:lnTo>
                    <a:pt x="4" y="1"/>
                  </a:lnTo>
                  <a:lnTo>
                    <a:pt x="0" y="0"/>
                  </a:lnTo>
                  <a:lnTo>
                    <a:pt x="0" y="12"/>
                  </a:lnTo>
                  <a:lnTo>
                    <a:pt x="4" y="10"/>
                  </a:lnTo>
                  <a:lnTo>
                    <a:pt x="9" y="12"/>
                  </a:lnTo>
                  <a:lnTo>
                    <a:pt x="13" y="12"/>
                  </a:lnTo>
                  <a:lnTo>
                    <a:pt x="17" y="13"/>
                  </a:lnTo>
                  <a:lnTo>
                    <a:pt x="16" y="13"/>
                  </a:lnTo>
                  <a:lnTo>
                    <a:pt x="17" y="13"/>
                  </a:lnTo>
                  <a:lnTo>
                    <a:pt x="20" y="12"/>
                  </a:lnTo>
                  <a:lnTo>
                    <a:pt x="22" y="9"/>
                  </a:lnTo>
                  <a:lnTo>
                    <a:pt x="20" y="6"/>
                  </a:lnTo>
                  <a:lnTo>
                    <a:pt x="17" y="4"/>
                  </a:lnTo>
                  <a:lnTo>
                    <a:pt x="19" y="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1" name="Freeform 148">
              <a:extLst>
                <a:ext uri="{FF2B5EF4-FFF2-40B4-BE49-F238E27FC236}">
                  <a16:creationId xmlns:a16="http://schemas.microsoft.com/office/drawing/2014/main" id="{F0506970-9372-4137-A093-85D0F7861971}"/>
                </a:ext>
              </a:extLst>
            </p:cNvPr>
            <p:cNvSpPr>
              <a:spLocks/>
            </p:cNvSpPr>
            <p:nvPr/>
          </p:nvSpPr>
          <p:spPr bwMode="auto">
            <a:xfrm>
              <a:off x="2559" y="2766"/>
              <a:ext cx="10"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w 30"/>
                <a:gd name="T15" fmla="*/ 0 h 42"/>
                <a:gd name="T16" fmla="*/ 0 w 30"/>
                <a:gd name="T17" fmla="*/ 0 h 42"/>
                <a:gd name="T18" fmla="*/ 0 w 30"/>
                <a:gd name="T19" fmla="*/ 0 h 42"/>
                <a:gd name="T20" fmla="*/ 0 w 30"/>
                <a:gd name="T21" fmla="*/ 0 h 42"/>
                <a:gd name="T22" fmla="*/ 0 w 30"/>
                <a:gd name="T23" fmla="*/ 0 h 42"/>
                <a:gd name="T24" fmla="*/ 0 w 30"/>
                <a:gd name="T25" fmla="*/ 0 h 42"/>
                <a:gd name="T26" fmla="*/ 0 w 30"/>
                <a:gd name="T27" fmla="*/ 0 h 42"/>
                <a:gd name="T28" fmla="*/ 0 w 30"/>
                <a:gd name="T29" fmla="*/ 0 h 42"/>
                <a:gd name="T30" fmla="*/ 0 w 30"/>
                <a:gd name="T31" fmla="*/ 0 h 42"/>
                <a:gd name="T32" fmla="*/ 0 w 30"/>
                <a:gd name="T33" fmla="*/ 0 h 42"/>
                <a:gd name="T34" fmla="*/ 0 w 30"/>
                <a:gd name="T35" fmla="*/ 0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0"/>
                <a:gd name="T55" fmla="*/ 0 h 42"/>
                <a:gd name="T56" fmla="*/ 30 w 30"/>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0" h="42">
                  <a:moveTo>
                    <a:pt x="21" y="37"/>
                  </a:moveTo>
                  <a:lnTo>
                    <a:pt x="30" y="36"/>
                  </a:lnTo>
                  <a:lnTo>
                    <a:pt x="25" y="25"/>
                  </a:lnTo>
                  <a:lnTo>
                    <a:pt x="21" y="15"/>
                  </a:lnTo>
                  <a:lnTo>
                    <a:pt x="12" y="8"/>
                  </a:lnTo>
                  <a:lnTo>
                    <a:pt x="3" y="0"/>
                  </a:lnTo>
                  <a:lnTo>
                    <a:pt x="0" y="9"/>
                  </a:lnTo>
                  <a:lnTo>
                    <a:pt x="6" y="13"/>
                  </a:lnTo>
                  <a:lnTo>
                    <a:pt x="12" y="21"/>
                  </a:lnTo>
                  <a:lnTo>
                    <a:pt x="16" y="28"/>
                  </a:lnTo>
                  <a:lnTo>
                    <a:pt x="21" y="39"/>
                  </a:lnTo>
                  <a:lnTo>
                    <a:pt x="30" y="37"/>
                  </a:lnTo>
                  <a:lnTo>
                    <a:pt x="21" y="39"/>
                  </a:lnTo>
                  <a:lnTo>
                    <a:pt x="24" y="42"/>
                  </a:lnTo>
                  <a:lnTo>
                    <a:pt x="27" y="42"/>
                  </a:lnTo>
                  <a:lnTo>
                    <a:pt x="30" y="40"/>
                  </a:lnTo>
                  <a:lnTo>
                    <a:pt x="30" y="36"/>
                  </a:lnTo>
                  <a:lnTo>
                    <a:pt x="21" y="37"/>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2" name="Freeform 149">
              <a:extLst>
                <a:ext uri="{FF2B5EF4-FFF2-40B4-BE49-F238E27FC236}">
                  <a16:creationId xmlns:a16="http://schemas.microsoft.com/office/drawing/2014/main" id="{E5FA12F1-C652-4B7A-98F5-3C1582575149}"/>
                </a:ext>
              </a:extLst>
            </p:cNvPr>
            <p:cNvSpPr>
              <a:spLocks/>
            </p:cNvSpPr>
            <p:nvPr/>
          </p:nvSpPr>
          <p:spPr bwMode="auto">
            <a:xfrm>
              <a:off x="2553" y="2723"/>
              <a:ext cx="16" cy="55"/>
            </a:xfrm>
            <a:custGeom>
              <a:avLst/>
              <a:gdLst>
                <a:gd name="T0" fmla="*/ 0 w 48"/>
                <a:gd name="T1" fmla="*/ 0 h 167"/>
                <a:gd name="T2" fmla="*/ 0 w 48"/>
                <a:gd name="T3" fmla="*/ 0 h 167"/>
                <a:gd name="T4" fmla="*/ 0 w 48"/>
                <a:gd name="T5" fmla="*/ 0 h 167"/>
                <a:gd name="T6" fmla="*/ 0 w 48"/>
                <a:gd name="T7" fmla="*/ 0 h 167"/>
                <a:gd name="T8" fmla="*/ 0 w 48"/>
                <a:gd name="T9" fmla="*/ 0 h 167"/>
                <a:gd name="T10" fmla="*/ 0 w 48"/>
                <a:gd name="T11" fmla="*/ 0 h 167"/>
                <a:gd name="T12" fmla="*/ 0 w 48"/>
                <a:gd name="T13" fmla="*/ 0 h 167"/>
                <a:gd name="T14" fmla="*/ 0 w 48"/>
                <a:gd name="T15" fmla="*/ 0 h 167"/>
                <a:gd name="T16" fmla="*/ 0 w 48"/>
                <a:gd name="T17" fmla="*/ 0 h 167"/>
                <a:gd name="T18" fmla="*/ 0 w 48"/>
                <a:gd name="T19" fmla="*/ 0 h 167"/>
                <a:gd name="T20" fmla="*/ 0 w 48"/>
                <a:gd name="T21" fmla="*/ 0 h 167"/>
                <a:gd name="T22" fmla="*/ 0 w 48"/>
                <a:gd name="T23" fmla="*/ 0 h 167"/>
                <a:gd name="T24" fmla="*/ 0 w 48"/>
                <a:gd name="T25" fmla="*/ 0 h 1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
                <a:gd name="T40" fmla="*/ 0 h 167"/>
                <a:gd name="T41" fmla="*/ 48 w 48"/>
                <a:gd name="T42" fmla="*/ 167 h 1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 h="167">
                  <a:moveTo>
                    <a:pt x="0" y="0"/>
                  </a:moveTo>
                  <a:lnTo>
                    <a:pt x="0" y="0"/>
                  </a:lnTo>
                  <a:lnTo>
                    <a:pt x="9" y="41"/>
                  </a:lnTo>
                  <a:lnTo>
                    <a:pt x="19" y="84"/>
                  </a:lnTo>
                  <a:lnTo>
                    <a:pt x="30" y="126"/>
                  </a:lnTo>
                  <a:lnTo>
                    <a:pt x="39" y="167"/>
                  </a:lnTo>
                  <a:lnTo>
                    <a:pt x="48" y="167"/>
                  </a:lnTo>
                  <a:lnTo>
                    <a:pt x="39" y="126"/>
                  </a:lnTo>
                  <a:lnTo>
                    <a:pt x="28" y="84"/>
                  </a:lnTo>
                  <a:lnTo>
                    <a:pt x="18" y="41"/>
                  </a:lnTo>
                  <a:lnTo>
                    <a:pt x="9" y="0"/>
                  </a:lnTo>
                  <a:lnTo>
                    <a:pt x="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3" name="Freeform 150">
              <a:extLst>
                <a:ext uri="{FF2B5EF4-FFF2-40B4-BE49-F238E27FC236}">
                  <a16:creationId xmlns:a16="http://schemas.microsoft.com/office/drawing/2014/main" id="{38513FEF-66F0-4E49-862D-1B9F37B32EAC}"/>
                </a:ext>
              </a:extLst>
            </p:cNvPr>
            <p:cNvSpPr>
              <a:spLocks/>
            </p:cNvSpPr>
            <p:nvPr/>
          </p:nvSpPr>
          <p:spPr bwMode="auto">
            <a:xfrm>
              <a:off x="2542" y="2578"/>
              <a:ext cx="14" cy="145"/>
            </a:xfrm>
            <a:custGeom>
              <a:avLst/>
              <a:gdLst>
                <a:gd name="T0" fmla="*/ 0 w 44"/>
                <a:gd name="T1" fmla="*/ 0 h 435"/>
                <a:gd name="T2" fmla="*/ 0 w 44"/>
                <a:gd name="T3" fmla="*/ 0 h 435"/>
                <a:gd name="T4" fmla="*/ 0 w 44"/>
                <a:gd name="T5" fmla="*/ 0 h 435"/>
                <a:gd name="T6" fmla="*/ 0 w 44"/>
                <a:gd name="T7" fmla="*/ 0 h 435"/>
                <a:gd name="T8" fmla="*/ 0 w 44"/>
                <a:gd name="T9" fmla="*/ 0 h 435"/>
                <a:gd name="T10" fmla="*/ 0 w 44"/>
                <a:gd name="T11" fmla="*/ 0 h 435"/>
                <a:gd name="T12" fmla="*/ 0 w 44"/>
                <a:gd name="T13" fmla="*/ 0 h 435"/>
                <a:gd name="T14" fmla="*/ 0 w 44"/>
                <a:gd name="T15" fmla="*/ 0 h 435"/>
                <a:gd name="T16" fmla="*/ 0 w 44"/>
                <a:gd name="T17" fmla="*/ 0 h 435"/>
                <a:gd name="T18" fmla="*/ 0 w 44"/>
                <a:gd name="T19" fmla="*/ 0 h 435"/>
                <a:gd name="T20" fmla="*/ 0 w 44"/>
                <a:gd name="T21" fmla="*/ 0 h 435"/>
                <a:gd name="T22" fmla="*/ 0 w 44"/>
                <a:gd name="T23" fmla="*/ 0 h 435"/>
                <a:gd name="T24" fmla="*/ 0 w 44"/>
                <a:gd name="T25" fmla="*/ 0 h 4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
                <a:gd name="T40" fmla="*/ 0 h 435"/>
                <a:gd name="T41" fmla="*/ 44 w 44"/>
                <a:gd name="T42" fmla="*/ 435 h 4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 h="435">
                  <a:moveTo>
                    <a:pt x="0" y="0"/>
                  </a:moveTo>
                  <a:lnTo>
                    <a:pt x="1" y="0"/>
                  </a:lnTo>
                  <a:lnTo>
                    <a:pt x="4" y="108"/>
                  </a:lnTo>
                  <a:lnTo>
                    <a:pt x="10" y="216"/>
                  </a:lnTo>
                  <a:lnTo>
                    <a:pt x="20" y="325"/>
                  </a:lnTo>
                  <a:lnTo>
                    <a:pt x="35" y="435"/>
                  </a:lnTo>
                  <a:lnTo>
                    <a:pt x="44" y="435"/>
                  </a:lnTo>
                  <a:lnTo>
                    <a:pt x="29" y="325"/>
                  </a:lnTo>
                  <a:lnTo>
                    <a:pt x="19" y="216"/>
                  </a:lnTo>
                  <a:lnTo>
                    <a:pt x="13" y="108"/>
                  </a:lnTo>
                  <a:lnTo>
                    <a:pt x="10" y="0"/>
                  </a:lnTo>
                  <a:lnTo>
                    <a:pt x="12" y="0"/>
                  </a:lnTo>
                  <a:lnTo>
                    <a:pt x="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4" name="Freeform 151">
              <a:extLst>
                <a:ext uri="{FF2B5EF4-FFF2-40B4-BE49-F238E27FC236}">
                  <a16:creationId xmlns:a16="http://schemas.microsoft.com/office/drawing/2014/main" id="{3F23A549-E68C-4B44-84E3-F24DBD62C0EC}"/>
                </a:ext>
              </a:extLst>
            </p:cNvPr>
            <p:cNvSpPr>
              <a:spLocks/>
            </p:cNvSpPr>
            <p:nvPr/>
          </p:nvSpPr>
          <p:spPr bwMode="auto">
            <a:xfrm>
              <a:off x="2527" y="2546"/>
              <a:ext cx="19" cy="32"/>
            </a:xfrm>
            <a:custGeom>
              <a:avLst/>
              <a:gdLst>
                <a:gd name="T0" fmla="*/ 0 w 57"/>
                <a:gd name="T1" fmla="*/ 0 h 94"/>
                <a:gd name="T2" fmla="*/ 0 w 57"/>
                <a:gd name="T3" fmla="*/ 0 h 94"/>
                <a:gd name="T4" fmla="*/ 0 w 57"/>
                <a:gd name="T5" fmla="*/ 0 h 94"/>
                <a:gd name="T6" fmla="*/ 0 w 57"/>
                <a:gd name="T7" fmla="*/ 0 h 94"/>
                <a:gd name="T8" fmla="*/ 0 w 57"/>
                <a:gd name="T9" fmla="*/ 0 h 94"/>
                <a:gd name="T10" fmla="*/ 0 w 57"/>
                <a:gd name="T11" fmla="*/ 0 h 94"/>
                <a:gd name="T12" fmla="*/ 0 w 57"/>
                <a:gd name="T13" fmla="*/ 0 h 94"/>
                <a:gd name="T14" fmla="*/ 0 w 57"/>
                <a:gd name="T15" fmla="*/ 0 h 94"/>
                <a:gd name="T16" fmla="*/ 0 w 57"/>
                <a:gd name="T17" fmla="*/ 0 h 94"/>
                <a:gd name="T18" fmla="*/ 0 w 57"/>
                <a:gd name="T19" fmla="*/ 0 h 94"/>
                <a:gd name="T20" fmla="*/ 0 w 57"/>
                <a:gd name="T21" fmla="*/ 0 h 94"/>
                <a:gd name="T22" fmla="*/ 0 w 57"/>
                <a:gd name="T23" fmla="*/ 0 h 94"/>
                <a:gd name="T24" fmla="*/ 0 w 57"/>
                <a:gd name="T25" fmla="*/ 0 h 94"/>
                <a:gd name="T26" fmla="*/ 0 w 57"/>
                <a:gd name="T27" fmla="*/ 0 h 94"/>
                <a:gd name="T28" fmla="*/ 0 w 57"/>
                <a:gd name="T29" fmla="*/ 0 h 94"/>
                <a:gd name="T30" fmla="*/ 0 w 57"/>
                <a:gd name="T31" fmla="*/ 0 h 94"/>
                <a:gd name="T32" fmla="*/ 0 w 57"/>
                <a:gd name="T33" fmla="*/ 0 h 94"/>
                <a:gd name="T34" fmla="*/ 0 w 57"/>
                <a:gd name="T35" fmla="*/ 0 h 94"/>
                <a:gd name="T36" fmla="*/ 0 w 57"/>
                <a:gd name="T37" fmla="*/ 0 h 94"/>
                <a:gd name="T38" fmla="*/ 0 w 57"/>
                <a:gd name="T39" fmla="*/ 0 h 94"/>
                <a:gd name="T40" fmla="*/ 0 w 57"/>
                <a:gd name="T41" fmla="*/ 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7"/>
                <a:gd name="T64" fmla="*/ 0 h 94"/>
                <a:gd name="T65" fmla="*/ 57 w 57"/>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7" h="94">
                  <a:moveTo>
                    <a:pt x="0" y="9"/>
                  </a:moveTo>
                  <a:lnTo>
                    <a:pt x="0" y="8"/>
                  </a:lnTo>
                  <a:lnTo>
                    <a:pt x="6" y="14"/>
                  </a:lnTo>
                  <a:lnTo>
                    <a:pt x="14" y="20"/>
                  </a:lnTo>
                  <a:lnTo>
                    <a:pt x="22" y="26"/>
                  </a:lnTo>
                  <a:lnTo>
                    <a:pt x="28" y="34"/>
                  </a:lnTo>
                  <a:lnTo>
                    <a:pt x="36" y="43"/>
                  </a:lnTo>
                  <a:lnTo>
                    <a:pt x="40" y="58"/>
                  </a:lnTo>
                  <a:lnTo>
                    <a:pt x="45" y="73"/>
                  </a:lnTo>
                  <a:lnTo>
                    <a:pt x="45" y="94"/>
                  </a:lnTo>
                  <a:lnTo>
                    <a:pt x="57" y="94"/>
                  </a:lnTo>
                  <a:lnTo>
                    <a:pt x="54" y="73"/>
                  </a:lnTo>
                  <a:lnTo>
                    <a:pt x="49" y="55"/>
                  </a:lnTo>
                  <a:lnTo>
                    <a:pt x="45" y="40"/>
                  </a:lnTo>
                  <a:lnTo>
                    <a:pt x="37" y="29"/>
                  </a:lnTo>
                  <a:lnTo>
                    <a:pt x="28" y="20"/>
                  </a:lnTo>
                  <a:lnTo>
                    <a:pt x="19" y="11"/>
                  </a:lnTo>
                  <a:lnTo>
                    <a:pt x="12" y="5"/>
                  </a:lnTo>
                  <a:lnTo>
                    <a:pt x="6" y="2"/>
                  </a:lnTo>
                  <a:lnTo>
                    <a:pt x="6" y="0"/>
                  </a:lnTo>
                  <a:lnTo>
                    <a:pt x="0" y="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5" name="Freeform 152">
              <a:extLst>
                <a:ext uri="{FF2B5EF4-FFF2-40B4-BE49-F238E27FC236}">
                  <a16:creationId xmlns:a16="http://schemas.microsoft.com/office/drawing/2014/main" id="{4DC71483-61D1-4A7D-83A2-63628C178F49}"/>
                </a:ext>
              </a:extLst>
            </p:cNvPr>
            <p:cNvSpPr>
              <a:spLocks/>
            </p:cNvSpPr>
            <p:nvPr/>
          </p:nvSpPr>
          <p:spPr bwMode="auto">
            <a:xfrm>
              <a:off x="2514" y="2540"/>
              <a:ext cx="15" cy="9"/>
            </a:xfrm>
            <a:custGeom>
              <a:avLst/>
              <a:gdLst>
                <a:gd name="T0" fmla="*/ 0 w 43"/>
                <a:gd name="T1" fmla="*/ 0 h 28"/>
                <a:gd name="T2" fmla="*/ 0 w 43"/>
                <a:gd name="T3" fmla="*/ 0 h 28"/>
                <a:gd name="T4" fmla="*/ 0 w 43"/>
                <a:gd name="T5" fmla="*/ 0 h 28"/>
                <a:gd name="T6" fmla="*/ 0 w 43"/>
                <a:gd name="T7" fmla="*/ 0 h 28"/>
                <a:gd name="T8" fmla="*/ 0 w 43"/>
                <a:gd name="T9" fmla="*/ 0 h 28"/>
                <a:gd name="T10" fmla="*/ 0 w 43"/>
                <a:gd name="T11" fmla="*/ 0 h 28"/>
                <a:gd name="T12" fmla="*/ 0 w 43"/>
                <a:gd name="T13" fmla="*/ 0 h 28"/>
                <a:gd name="T14" fmla="*/ 0 w 43"/>
                <a:gd name="T15" fmla="*/ 0 h 28"/>
                <a:gd name="T16" fmla="*/ 0 w 43"/>
                <a:gd name="T17" fmla="*/ 0 h 28"/>
                <a:gd name="T18" fmla="*/ 0 w 43"/>
                <a:gd name="T19" fmla="*/ 0 h 28"/>
                <a:gd name="T20" fmla="*/ 0 w 43"/>
                <a:gd name="T21" fmla="*/ 0 h 28"/>
                <a:gd name="T22" fmla="*/ 0 w 43"/>
                <a:gd name="T23" fmla="*/ 0 h 28"/>
                <a:gd name="T24" fmla="*/ 0 w 43"/>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8"/>
                <a:gd name="T41" fmla="*/ 43 w 43"/>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8">
                  <a:moveTo>
                    <a:pt x="0" y="9"/>
                  </a:moveTo>
                  <a:lnTo>
                    <a:pt x="0" y="9"/>
                  </a:lnTo>
                  <a:lnTo>
                    <a:pt x="8" y="12"/>
                  </a:lnTo>
                  <a:lnTo>
                    <a:pt x="19" y="18"/>
                  </a:lnTo>
                  <a:lnTo>
                    <a:pt x="31" y="24"/>
                  </a:lnTo>
                  <a:lnTo>
                    <a:pt x="37" y="28"/>
                  </a:lnTo>
                  <a:lnTo>
                    <a:pt x="43" y="19"/>
                  </a:lnTo>
                  <a:lnTo>
                    <a:pt x="34" y="15"/>
                  </a:lnTo>
                  <a:lnTo>
                    <a:pt x="22" y="9"/>
                  </a:lnTo>
                  <a:lnTo>
                    <a:pt x="11" y="3"/>
                  </a:lnTo>
                  <a:lnTo>
                    <a:pt x="3" y="0"/>
                  </a:lnTo>
                  <a:lnTo>
                    <a:pt x="0" y="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6" name="Freeform 153">
              <a:extLst>
                <a:ext uri="{FF2B5EF4-FFF2-40B4-BE49-F238E27FC236}">
                  <a16:creationId xmlns:a16="http://schemas.microsoft.com/office/drawing/2014/main" id="{339DBBD0-ED98-4890-BB66-1922EC7BB18C}"/>
                </a:ext>
              </a:extLst>
            </p:cNvPr>
            <p:cNvSpPr>
              <a:spLocks/>
            </p:cNvSpPr>
            <p:nvPr/>
          </p:nvSpPr>
          <p:spPr bwMode="auto">
            <a:xfrm>
              <a:off x="2508" y="2538"/>
              <a:ext cx="7" cy="5"/>
            </a:xfrm>
            <a:custGeom>
              <a:avLst/>
              <a:gdLst>
                <a:gd name="T0" fmla="*/ 0 w 21"/>
                <a:gd name="T1" fmla="*/ 0 h 15"/>
                <a:gd name="T2" fmla="*/ 0 w 21"/>
                <a:gd name="T3" fmla="*/ 0 h 15"/>
                <a:gd name="T4" fmla="*/ 0 w 21"/>
                <a:gd name="T5" fmla="*/ 0 h 15"/>
                <a:gd name="T6" fmla="*/ 0 w 21"/>
                <a:gd name="T7" fmla="*/ 0 h 15"/>
                <a:gd name="T8" fmla="*/ 0 w 21"/>
                <a:gd name="T9" fmla="*/ 0 h 15"/>
                <a:gd name="T10" fmla="*/ 0 w 21"/>
                <a:gd name="T11" fmla="*/ 0 h 15"/>
                <a:gd name="T12" fmla="*/ 0 w 21"/>
                <a:gd name="T13" fmla="*/ 0 h 15"/>
                <a:gd name="T14" fmla="*/ 0 w 21"/>
                <a:gd name="T15" fmla="*/ 0 h 15"/>
                <a:gd name="T16" fmla="*/ 0 w 21"/>
                <a:gd name="T17" fmla="*/ 0 h 15"/>
                <a:gd name="T18" fmla="*/ 0 w 21"/>
                <a:gd name="T19" fmla="*/ 0 h 15"/>
                <a:gd name="T20" fmla="*/ 0 w 21"/>
                <a:gd name="T21" fmla="*/ 0 h 15"/>
                <a:gd name="T22" fmla="*/ 0 w 21"/>
                <a:gd name="T23" fmla="*/ 0 h 15"/>
                <a:gd name="T24" fmla="*/ 0 w 21"/>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
                <a:gd name="T40" fmla="*/ 0 h 15"/>
                <a:gd name="T41" fmla="*/ 21 w 21"/>
                <a:gd name="T42" fmla="*/ 15 h 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 h="15">
                  <a:moveTo>
                    <a:pt x="0" y="9"/>
                  </a:moveTo>
                  <a:lnTo>
                    <a:pt x="0" y="9"/>
                  </a:lnTo>
                  <a:lnTo>
                    <a:pt x="3" y="10"/>
                  </a:lnTo>
                  <a:lnTo>
                    <a:pt x="9" y="12"/>
                  </a:lnTo>
                  <a:lnTo>
                    <a:pt x="14" y="13"/>
                  </a:lnTo>
                  <a:lnTo>
                    <a:pt x="18" y="15"/>
                  </a:lnTo>
                  <a:lnTo>
                    <a:pt x="21" y="6"/>
                  </a:lnTo>
                  <a:lnTo>
                    <a:pt x="17" y="5"/>
                  </a:lnTo>
                  <a:lnTo>
                    <a:pt x="12" y="3"/>
                  </a:lnTo>
                  <a:lnTo>
                    <a:pt x="6" y="2"/>
                  </a:lnTo>
                  <a:lnTo>
                    <a:pt x="0" y="0"/>
                  </a:lnTo>
                  <a:lnTo>
                    <a:pt x="0" y="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7" name="Freeform 154">
              <a:extLst>
                <a:ext uri="{FF2B5EF4-FFF2-40B4-BE49-F238E27FC236}">
                  <a16:creationId xmlns:a16="http://schemas.microsoft.com/office/drawing/2014/main" id="{F93D905C-8BF9-4954-B31A-786B4790BA8A}"/>
                </a:ext>
              </a:extLst>
            </p:cNvPr>
            <p:cNvSpPr>
              <a:spLocks/>
            </p:cNvSpPr>
            <p:nvPr/>
          </p:nvSpPr>
          <p:spPr bwMode="auto">
            <a:xfrm>
              <a:off x="2472" y="2533"/>
              <a:ext cx="36" cy="8"/>
            </a:xfrm>
            <a:custGeom>
              <a:avLst/>
              <a:gdLst>
                <a:gd name="T0" fmla="*/ 0 w 109"/>
                <a:gd name="T1" fmla="*/ 0 h 24"/>
                <a:gd name="T2" fmla="*/ 0 w 109"/>
                <a:gd name="T3" fmla="*/ 0 h 24"/>
                <a:gd name="T4" fmla="*/ 0 w 109"/>
                <a:gd name="T5" fmla="*/ 0 h 24"/>
                <a:gd name="T6" fmla="*/ 0 w 109"/>
                <a:gd name="T7" fmla="*/ 0 h 24"/>
                <a:gd name="T8" fmla="*/ 0 w 109"/>
                <a:gd name="T9" fmla="*/ 0 h 24"/>
                <a:gd name="T10" fmla="*/ 0 w 109"/>
                <a:gd name="T11" fmla="*/ 0 h 24"/>
                <a:gd name="T12" fmla="*/ 0 w 109"/>
                <a:gd name="T13" fmla="*/ 0 h 24"/>
                <a:gd name="T14" fmla="*/ 0 w 109"/>
                <a:gd name="T15" fmla="*/ 0 h 24"/>
                <a:gd name="T16" fmla="*/ 0 w 109"/>
                <a:gd name="T17" fmla="*/ 0 h 24"/>
                <a:gd name="T18" fmla="*/ 0 w 109"/>
                <a:gd name="T19" fmla="*/ 0 h 24"/>
                <a:gd name="T20" fmla="*/ 0 w 109"/>
                <a:gd name="T21" fmla="*/ 0 h 24"/>
                <a:gd name="T22" fmla="*/ 0 w 109"/>
                <a:gd name="T23" fmla="*/ 0 h 24"/>
                <a:gd name="T24" fmla="*/ 0 w 109"/>
                <a:gd name="T25" fmla="*/ 0 h 24"/>
                <a:gd name="T26" fmla="*/ 0 w 109"/>
                <a:gd name="T27" fmla="*/ 0 h 24"/>
                <a:gd name="T28" fmla="*/ 0 w 109"/>
                <a:gd name="T29" fmla="*/ 0 h 24"/>
                <a:gd name="T30" fmla="*/ 0 w 109"/>
                <a:gd name="T31" fmla="*/ 0 h 24"/>
                <a:gd name="T32" fmla="*/ 0 w 109"/>
                <a:gd name="T33" fmla="*/ 0 h 24"/>
                <a:gd name="T34" fmla="*/ 0 w 109"/>
                <a:gd name="T35" fmla="*/ 0 h 24"/>
                <a:gd name="T36" fmla="*/ 0 w 109"/>
                <a:gd name="T37" fmla="*/ 0 h 24"/>
                <a:gd name="T38" fmla="*/ 0 w 109"/>
                <a:gd name="T39" fmla="*/ 0 h 24"/>
                <a:gd name="T40" fmla="*/ 0 w 109"/>
                <a:gd name="T41" fmla="*/ 0 h 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9"/>
                <a:gd name="T64" fmla="*/ 0 h 24"/>
                <a:gd name="T65" fmla="*/ 109 w 109"/>
                <a:gd name="T66" fmla="*/ 24 h 2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9" h="24">
                  <a:moveTo>
                    <a:pt x="0" y="12"/>
                  </a:moveTo>
                  <a:lnTo>
                    <a:pt x="0" y="12"/>
                  </a:lnTo>
                  <a:lnTo>
                    <a:pt x="15" y="12"/>
                  </a:lnTo>
                  <a:lnTo>
                    <a:pt x="28" y="12"/>
                  </a:lnTo>
                  <a:lnTo>
                    <a:pt x="43" y="14"/>
                  </a:lnTo>
                  <a:lnTo>
                    <a:pt x="58" y="15"/>
                  </a:lnTo>
                  <a:lnTo>
                    <a:pt x="71" y="17"/>
                  </a:lnTo>
                  <a:lnTo>
                    <a:pt x="84" y="18"/>
                  </a:lnTo>
                  <a:lnTo>
                    <a:pt x="98" y="21"/>
                  </a:lnTo>
                  <a:lnTo>
                    <a:pt x="109" y="24"/>
                  </a:lnTo>
                  <a:lnTo>
                    <a:pt x="109" y="15"/>
                  </a:lnTo>
                  <a:lnTo>
                    <a:pt x="98" y="12"/>
                  </a:lnTo>
                  <a:lnTo>
                    <a:pt x="84" y="9"/>
                  </a:lnTo>
                  <a:lnTo>
                    <a:pt x="71" y="8"/>
                  </a:lnTo>
                  <a:lnTo>
                    <a:pt x="58" y="6"/>
                  </a:lnTo>
                  <a:lnTo>
                    <a:pt x="43" y="5"/>
                  </a:lnTo>
                  <a:lnTo>
                    <a:pt x="28" y="3"/>
                  </a:lnTo>
                  <a:lnTo>
                    <a:pt x="15" y="0"/>
                  </a:lnTo>
                  <a:lnTo>
                    <a:pt x="0" y="0"/>
                  </a:lnTo>
                  <a:lnTo>
                    <a:pt x="0" y="1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8" name="Freeform 155">
              <a:extLst>
                <a:ext uri="{FF2B5EF4-FFF2-40B4-BE49-F238E27FC236}">
                  <a16:creationId xmlns:a16="http://schemas.microsoft.com/office/drawing/2014/main" id="{8085ECCB-6D14-4D19-92F0-302981BD06FF}"/>
                </a:ext>
              </a:extLst>
            </p:cNvPr>
            <p:cNvSpPr>
              <a:spLocks/>
            </p:cNvSpPr>
            <p:nvPr/>
          </p:nvSpPr>
          <p:spPr bwMode="auto">
            <a:xfrm>
              <a:off x="2439" y="2533"/>
              <a:ext cx="33" cy="7"/>
            </a:xfrm>
            <a:custGeom>
              <a:avLst/>
              <a:gdLst>
                <a:gd name="T0" fmla="*/ 0 w 100"/>
                <a:gd name="T1" fmla="*/ 0 h 21"/>
                <a:gd name="T2" fmla="*/ 0 w 100"/>
                <a:gd name="T3" fmla="*/ 0 h 21"/>
                <a:gd name="T4" fmla="*/ 0 w 100"/>
                <a:gd name="T5" fmla="*/ 0 h 21"/>
                <a:gd name="T6" fmla="*/ 0 w 100"/>
                <a:gd name="T7" fmla="*/ 0 h 21"/>
                <a:gd name="T8" fmla="*/ 0 w 100"/>
                <a:gd name="T9" fmla="*/ 0 h 21"/>
                <a:gd name="T10" fmla="*/ 0 w 100"/>
                <a:gd name="T11" fmla="*/ 0 h 21"/>
                <a:gd name="T12" fmla="*/ 0 w 100"/>
                <a:gd name="T13" fmla="*/ 0 h 21"/>
                <a:gd name="T14" fmla="*/ 0 w 100"/>
                <a:gd name="T15" fmla="*/ 0 h 21"/>
                <a:gd name="T16" fmla="*/ 0 w 100"/>
                <a:gd name="T17" fmla="*/ 0 h 21"/>
                <a:gd name="T18" fmla="*/ 0 w 100"/>
                <a:gd name="T19" fmla="*/ 0 h 21"/>
                <a:gd name="T20" fmla="*/ 0 w 100"/>
                <a:gd name="T21" fmla="*/ 0 h 21"/>
                <a:gd name="T22" fmla="*/ 0 w 100"/>
                <a:gd name="T23" fmla="*/ 0 h 21"/>
                <a:gd name="T24" fmla="*/ 0 w 100"/>
                <a:gd name="T25" fmla="*/ 0 h 21"/>
                <a:gd name="T26" fmla="*/ 0 w 100"/>
                <a:gd name="T27" fmla="*/ 0 h 21"/>
                <a:gd name="T28" fmla="*/ 0 w 100"/>
                <a:gd name="T29" fmla="*/ 0 h 21"/>
                <a:gd name="T30" fmla="*/ 0 w 100"/>
                <a:gd name="T31" fmla="*/ 0 h 21"/>
                <a:gd name="T32" fmla="*/ 0 w 100"/>
                <a:gd name="T33" fmla="*/ 0 h 21"/>
                <a:gd name="T34" fmla="*/ 0 w 100"/>
                <a:gd name="T35" fmla="*/ 0 h 21"/>
                <a:gd name="T36" fmla="*/ 0 w 100"/>
                <a:gd name="T37" fmla="*/ 0 h 21"/>
                <a:gd name="T38" fmla="*/ 0 w 100"/>
                <a:gd name="T39" fmla="*/ 0 h 21"/>
                <a:gd name="T40" fmla="*/ 0 w 100"/>
                <a:gd name="T41" fmla="*/ 0 h 2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0"/>
                <a:gd name="T64" fmla="*/ 0 h 21"/>
                <a:gd name="T65" fmla="*/ 100 w 100"/>
                <a:gd name="T66" fmla="*/ 21 h 2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0" h="21">
                  <a:moveTo>
                    <a:pt x="0" y="21"/>
                  </a:moveTo>
                  <a:lnTo>
                    <a:pt x="0" y="21"/>
                  </a:lnTo>
                  <a:lnTo>
                    <a:pt x="12" y="18"/>
                  </a:lnTo>
                  <a:lnTo>
                    <a:pt x="24" y="17"/>
                  </a:lnTo>
                  <a:lnTo>
                    <a:pt x="38" y="15"/>
                  </a:lnTo>
                  <a:lnTo>
                    <a:pt x="49" y="14"/>
                  </a:lnTo>
                  <a:lnTo>
                    <a:pt x="63" y="12"/>
                  </a:lnTo>
                  <a:lnTo>
                    <a:pt x="75" y="12"/>
                  </a:lnTo>
                  <a:lnTo>
                    <a:pt x="88" y="12"/>
                  </a:lnTo>
                  <a:lnTo>
                    <a:pt x="100" y="12"/>
                  </a:lnTo>
                  <a:lnTo>
                    <a:pt x="100" y="0"/>
                  </a:lnTo>
                  <a:lnTo>
                    <a:pt x="88" y="0"/>
                  </a:lnTo>
                  <a:lnTo>
                    <a:pt x="75" y="0"/>
                  </a:lnTo>
                  <a:lnTo>
                    <a:pt x="63" y="3"/>
                  </a:lnTo>
                  <a:lnTo>
                    <a:pt x="49" y="5"/>
                  </a:lnTo>
                  <a:lnTo>
                    <a:pt x="38" y="6"/>
                  </a:lnTo>
                  <a:lnTo>
                    <a:pt x="24" y="8"/>
                  </a:lnTo>
                  <a:lnTo>
                    <a:pt x="12" y="9"/>
                  </a:lnTo>
                  <a:lnTo>
                    <a:pt x="0" y="12"/>
                  </a:lnTo>
                  <a:lnTo>
                    <a:pt x="0" y="21"/>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29" name="Freeform 156">
              <a:extLst>
                <a:ext uri="{FF2B5EF4-FFF2-40B4-BE49-F238E27FC236}">
                  <a16:creationId xmlns:a16="http://schemas.microsoft.com/office/drawing/2014/main" id="{3C07533A-09A6-46FF-B397-776AE0F2BB90}"/>
                </a:ext>
              </a:extLst>
            </p:cNvPr>
            <p:cNvSpPr>
              <a:spLocks/>
            </p:cNvSpPr>
            <p:nvPr/>
          </p:nvSpPr>
          <p:spPr bwMode="auto">
            <a:xfrm>
              <a:off x="2413" y="2537"/>
              <a:ext cx="26" cy="12"/>
            </a:xfrm>
            <a:custGeom>
              <a:avLst/>
              <a:gdLst>
                <a:gd name="T0" fmla="*/ 0 w 77"/>
                <a:gd name="T1" fmla="*/ 0 h 37"/>
                <a:gd name="T2" fmla="*/ 0 w 77"/>
                <a:gd name="T3" fmla="*/ 0 h 37"/>
                <a:gd name="T4" fmla="*/ 0 w 77"/>
                <a:gd name="T5" fmla="*/ 0 h 37"/>
                <a:gd name="T6" fmla="*/ 0 w 77"/>
                <a:gd name="T7" fmla="*/ 0 h 37"/>
                <a:gd name="T8" fmla="*/ 0 w 77"/>
                <a:gd name="T9" fmla="*/ 0 h 37"/>
                <a:gd name="T10" fmla="*/ 0 w 77"/>
                <a:gd name="T11" fmla="*/ 0 h 37"/>
                <a:gd name="T12" fmla="*/ 0 w 77"/>
                <a:gd name="T13" fmla="*/ 0 h 37"/>
                <a:gd name="T14" fmla="*/ 0 w 77"/>
                <a:gd name="T15" fmla="*/ 0 h 37"/>
                <a:gd name="T16" fmla="*/ 0 w 77"/>
                <a:gd name="T17" fmla="*/ 0 h 37"/>
                <a:gd name="T18" fmla="*/ 0 w 77"/>
                <a:gd name="T19" fmla="*/ 0 h 37"/>
                <a:gd name="T20" fmla="*/ 0 w 77"/>
                <a:gd name="T21" fmla="*/ 0 h 37"/>
                <a:gd name="T22" fmla="*/ 0 w 77"/>
                <a:gd name="T23" fmla="*/ 0 h 37"/>
                <a:gd name="T24" fmla="*/ 0 w 77"/>
                <a:gd name="T25" fmla="*/ 0 h 37"/>
                <a:gd name="T26" fmla="*/ 0 w 77"/>
                <a:gd name="T27" fmla="*/ 0 h 37"/>
                <a:gd name="T28" fmla="*/ 0 w 77"/>
                <a:gd name="T29" fmla="*/ 0 h 37"/>
                <a:gd name="T30" fmla="*/ 0 w 77"/>
                <a:gd name="T31" fmla="*/ 0 h 37"/>
                <a:gd name="T32" fmla="*/ 0 w 77"/>
                <a:gd name="T33" fmla="*/ 0 h 37"/>
                <a:gd name="T34" fmla="*/ 0 w 77"/>
                <a:gd name="T35" fmla="*/ 0 h 37"/>
                <a:gd name="T36" fmla="*/ 0 w 77"/>
                <a:gd name="T37" fmla="*/ 0 h 37"/>
                <a:gd name="T38" fmla="*/ 0 w 77"/>
                <a:gd name="T39" fmla="*/ 0 h 37"/>
                <a:gd name="T40" fmla="*/ 0 w 77"/>
                <a:gd name="T41" fmla="*/ 0 h 3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7"/>
                <a:gd name="T64" fmla="*/ 0 h 37"/>
                <a:gd name="T65" fmla="*/ 77 w 77"/>
                <a:gd name="T66" fmla="*/ 37 h 3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7" h="37">
                  <a:moveTo>
                    <a:pt x="6" y="37"/>
                  </a:moveTo>
                  <a:lnTo>
                    <a:pt x="6" y="37"/>
                  </a:lnTo>
                  <a:lnTo>
                    <a:pt x="14" y="31"/>
                  </a:lnTo>
                  <a:lnTo>
                    <a:pt x="20" y="27"/>
                  </a:lnTo>
                  <a:lnTo>
                    <a:pt x="29" y="24"/>
                  </a:lnTo>
                  <a:lnTo>
                    <a:pt x="37" y="19"/>
                  </a:lnTo>
                  <a:lnTo>
                    <a:pt x="48" y="16"/>
                  </a:lnTo>
                  <a:lnTo>
                    <a:pt x="57" y="13"/>
                  </a:lnTo>
                  <a:lnTo>
                    <a:pt x="67" y="12"/>
                  </a:lnTo>
                  <a:lnTo>
                    <a:pt x="77" y="9"/>
                  </a:lnTo>
                  <a:lnTo>
                    <a:pt x="77" y="0"/>
                  </a:lnTo>
                  <a:lnTo>
                    <a:pt x="67" y="3"/>
                  </a:lnTo>
                  <a:lnTo>
                    <a:pt x="57" y="5"/>
                  </a:lnTo>
                  <a:lnTo>
                    <a:pt x="45" y="8"/>
                  </a:lnTo>
                  <a:lnTo>
                    <a:pt x="35" y="11"/>
                  </a:lnTo>
                  <a:lnTo>
                    <a:pt x="26" y="15"/>
                  </a:lnTo>
                  <a:lnTo>
                    <a:pt x="17" y="18"/>
                  </a:lnTo>
                  <a:lnTo>
                    <a:pt x="8" y="22"/>
                  </a:lnTo>
                  <a:lnTo>
                    <a:pt x="0" y="28"/>
                  </a:lnTo>
                  <a:lnTo>
                    <a:pt x="6" y="37"/>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0" name="Freeform 157">
              <a:extLst>
                <a:ext uri="{FF2B5EF4-FFF2-40B4-BE49-F238E27FC236}">
                  <a16:creationId xmlns:a16="http://schemas.microsoft.com/office/drawing/2014/main" id="{7F7CD4F0-F2C6-405D-9234-7F6DA2BF4853}"/>
                </a:ext>
              </a:extLst>
            </p:cNvPr>
            <p:cNvSpPr>
              <a:spLocks/>
            </p:cNvSpPr>
            <p:nvPr/>
          </p:nvSpPr>
          <p:spPr bwMode="auto">
            <a:xfrm>
              <a:off x="2372" y="2546"/>
              <a:ext cx="43" cy="82"/>
            </a:xfrm>
            <a:custGeom>
              <a:avLst/>
              <a:gdLst>
                <a:gd name="T0" fmla="*/ 0 w 130"/>
                <a:gd name="T1" fmla="*/ 0 h 244"/>
                <a:gd name="T2" fmla="*/ 0 w 130"/>
                <a:gd name="T3" fmla="*/ 0 h 244"/>
                <a:gd name="T4" fmla="*/ 0 w 130"/>
                <a:gd name="T5" fmla="*/ 0 h 244"/>
                <a:gd name="T6" fmla="*/ 0 w 130"/>
                <a:gd name="T7" fmla="*/ 0 h 244"/>
                <a:gd name="T8" fmla="*/ 0 w 130"/>
                <a:gd name="T9" fmla="*/ 0 h 244"/>
                <a:gd name="T10" fmla="*/ 0 w 130"/>
                <a:gd name="T11" fmla="*/ 0 h 244"/>
                <a:gd name="T12" fmla="*/ 0 w 130"/>
                <a:gd name="T13" fmla="*/ 0 h 244"/>
                <a:gd name="T14" fmla="*/ 0 w 130"/>
                <a:gd name="T15" fmla="*/ 0 h 244"/>
                <a:gd name="T16" fmla="*/ 0 w 130"/>
                <a:gd name="T17" fmla="*/ 0 h 244"/>
                <a:gd name="T18" fmla="*/ 0 w 130"/>
                <a:gd name="T19" fmla="*/ 0 h 244"/>
                <a:gd name="T20" fmla="*/ 0 w 130"/>
                <a:gd name="T21" fmla="*/ 0 h 244"/>
                <a:gd name="T22" fmla="*/ 0 w 130"/>
                <a:gd name="T23" fmla="*/ 0 h 244"/>
                <a:gd name="T24" fmla="*/ 0 w 130"/>
                <a:gd name="T25" fmla="*/ 0 h 244"/>
                <a:gd name="T26" fmla="*/ 0 w 130"/>
                <a:gd name="T27" fmla="*/ 0 h 244"/>
                <a:gd name="T28" fmla="*/ 0 w 130"/>
                <a:gd name="T29" fmla="*/ 0 h 244"/>
                <a:gd name="T30" fmla="*/ 0 w 130"/>
                <a:gd name="T31" fmla="*/ 0 h 244"/>
                <a:gd name="T32" fmla="*/ 0 w 130"/>
                <a:gd name="T33" fmla="*/ 0 h 244"/>
                <a:gd name="T34" fmla="*/ 0 w 130"/>
                <a:gd name="T35" fmla="*/ 0 h 244"/>
                <a:gd name="T36" fmla="*/ 0 w 130"/>
                <a:gd name="T37" fmla="*/ 0 h 244"/>
                <a:gd name="T38" fmla="*/ 0 w 130"/>
                <a:gd name="T39" fmla="*/ 0 h 244"/>
                <a:gd name="T40" fmla="*/ 0 w 130"/>
                <a:gd name="T41" fmla="*/ 0 h 2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30"/>
                <a:gd name="T64" fmla="*/ 0 h 244"/>
                <a:gd name="T65" fmla="*/ 130 w 130"/>
                <a:gd name="T66" fmla="*/ 244 h 2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30" h="244">
                  <a:moveTo>
                    <a:pt x="9" y="244"/>
                  </a:moveTo>
                  <a:lnTo>
                    <a:pt x="9" y="244"/>
                  </a:lnTo>
                  <a:lnTo>
                    <a:pt x="18" y="211"/>
                  </a:lnTo>
                  <a:lnTo>
                    <a:pt x="28" y="177"/>
                  </a:lnTo>
                  <a:lnTo>
                    <a:pt x="41" y="143"/>
                  </a:lnTo>
                  <a:lnTo>
                    <a:pt x="58" y="110"/>
                  </a:lnTo>
                  <a:lnTo>
                    <a:pt x="74" y="79"/>
                  </a:lnTo>
                  <a:lnTo>
                    <a:pt x="92" y="52"/>
                  </a:lnTo>
                  <a:lnTo>
                    <a:pt x="110" y="27"/>
                  </a:lnTo>
                  <a:lnTo>
                    <a:pt x="130" y="9"/>
                  </a:lnTo>
                  <a:lnTo>
                    <a:pt x="124" y="0"/>
                  </a:lnTo>
                  <a:lnTo>
                    <a:pt x="104" y="21"/>
                  </a:lnTo>
                  <a:lnTo>
                    <a:pt x="83" y="46"/>
                  </a:lnTo>
                  <a:lnTo>
                    <a:pt x="65" y="76"/>
                  </a:lnTo>
                  <a:lnTo>
                    <a:pt x="49" y="107"/>
                  </a:lnTo>
                  <a:lnTo>
                    <a:pt x="33" y="140"/>
                  </a:lnTo>
                  <a:lnTo>
                    <a:pt x="19" y="174"/>
                  </a:lnTo>
                  <a:lnTo>
                    <a:pt x="9" y="208"/>
                  </a:lnTo>
                  <a:lnTo>
                    <a:pt x="0" y="244"/>
                  </a:lnTo>
                  <a:lnTo>
                    <a:pt x="9" y="24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1" name="Freeform 158">
              <a:extLst>
                <a:ext uri="{FF2B5EF4-FFF2-40B4-BE49-F238E27FC236}">
                  <a16:creationId xmlns:a16="http://schemas.microsoft.com/office/drawing/2014/main" id="{F76031E1-44C5-4F0E-B221-2924CDA7A5D5}"/>
                </a:ext>
              </a:extLst>
            </p:cNvPr>
            <p:cNvSpPr>
              <a:spLocks/>
            </p:cNvSpPr>
            <p:nvPr/>
          </p:nvSpPr>
          <p:spPr bwMode="auto">
            <a:xfrm>
              <a:off x="2354" y="2628"/>
              <a:ext cx="21" cy="106"/>
            </a:xfrm>
            <a:custGeom>
              <a:avLst/>
              <a:gdLst>
                <a:gd name="T0" fmla="*/ 0 w 61"/>
                <a:gd name="T1" fmla="*/ 0 h 320"/>
                <a:gd name="T2" fmla="*/ 0 w 61"/>
                <a:gd name="T3" fmla="*/ 0 h 320"/>
                <a:gd name="T4" fmla="*/ 0 w 61"/>
                <a:gd name="T5" fmla="*/ 0 h 320"/>
                <a:gd name="T6" fmla="*/ 0 w 61"/>
                <a:gd name="T7" fmla="*/ 0 h 320"/>
                <a:gd name="T8" fmla="*/ 0 w 61"/>
                <a:gd name="T9" fmla="*/ 0 h 320"/>
                <a:gd name="T10" fmla="*/ 0 w 61"/>
                <a:gd name="T11" fmla="*/ 0 h 320"/>
                <a:gd name="T12" fmla="*/ 0 w 61"/>
                <a:gd name="T13" fmla="*/ 0 h 320"/>
                <a:gd name="T14" fmla="*/ 0 w 61"/>
                <a:gd name="T15" fmla="*/ 0 h 320"/>
                <a:gd name="T16" fmla="*/ 0 w 61"/>
                <a:gd name="T17" fmla="*/ 0 h 320"/>
                <a:gd name="T18" fmla="*/ 0 w 61"/>
                <a:gd name="T19" fmla="*/ 0 h 320"/>
                <a:gd name="T20" fmla="*/ 0 w 61"/>
                <a:gd name="T21" fmla="*/ 0 h 320"/>
                <a:gd name="T22" fmla="*/ 0 w 61"/>
                <a:gd name="T23" fmla="*/ 0 h 320"/>
                <a:gd name="T24" fmla="*/ 0 w 61"/>
                <a:gd name="T25" fmla="*/ 0 h 320"/>
                <a:gd name="T26" fmla="*/ 0 w 61"/>
                <a:gd name="T27" fmla="*/ 0 h 320"/>
                <a:gd name="T28" fmla="*/ 0 w 61"/>
                <a:gd name="T29" fmla="*/ 0 h 320"/>
                <a:gd name="T30" fmla="*/ 0 w 61"/>
                <a:gd name="T31" fmla="*/ 0 h 320"/>
                <a:gd name="T32" fmla="*/ 0 w 61"/>
                <a:gd name="T33" fmla="*/ 0 h 320"/>
                <a:gd name="T34" fmla="*/ 0 w 61"/>
                <a:gd name="T35" fmla="*/ 0 h 320"/>
                <a:gd name="T36" fmla="*/ 0 w 61"/>
                <a:gd name="T37" fmla="*/ 0 h 320"/>
                <a:gd name="T38" fmla="*/ 0 w 61"/>
                <a:gd name="T39" fmla="*/ 0 h 320"/>
                <a:gd name="T40" fmla="*/ 0 w 61"/>
                <a:gd name="T41" fmla="*/ 0 h 320"/>
                <a:gd name="T42" fmla="*/ 0 w 61"/>
                <a:gd name="T43" fmla="*/ 0 h 320"/>
                <a:gd name="T44" fmla="*/ 0 w 61"/>
                <a:gd name="T45" fmla="*/ 0 h 320"/>
                <a:gd name="T46" fmla="*/ 0 w 61"/>
                <a:gd name="T47" fmla="*/ 0 h 320"/>
                <a:gd name="T48" fmla="*/ 0 w 61"/>
                <a:gd name="T49" fmla="*/ 0 h 3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320"/>
                <a:gd name="T77" fmla="*/ 61 w 61"/>
                <a:gd name="T78" fmla="*/ 320 h 3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320">
                  <a:moveTo>
                    <a:pt x="9" y="316"/>
                  </a:moveTo>
                  <a:lnTo>
                    <a:pt x="9" y="316"/>
                  </a:lnTo>
                  <a:lnTo>
                    <a:pt x="15" y="277"/>
                  </a:lnTo>
                  <a:lnTo>
                    <a:pt x="21" y="237"/>
                  </a:lnTo>
                  <a:lnTo>
                    <a:pt x="27" y="198"/>
                  </a:lnTo>
                  <a:lnTo>
                    <a:pt x="33" y="158"/>
                  </a:lnTo>
                  <a:lnTo>
                    <a:pt x="39" y="120"/>
                  </a:lnTo>
                  <a:lnTo>
                    <a:pt x="46" y="80"/>
                  </a:lnTo>
                  <a:lnTo>
                    <a:pt x="53" y="40"/>
                  </a:lnTo>
                  <a:lnTo>
                    <a:pt x="61" y="0"/>
                  </a:lnTo>
                  <a:lnTo>
                    <a:pt x="52" y="0"/>
                  </a:lnTo>
                  <a:lnTo>
                    <a:pt x="45" y="40"/>
                  </a:lnTo>
                  <a:lnTo>
                    <a:pt x="37" y="80"/>
                  </a:lnTo>
                  <a:lnTo>
                    <a:pt x="30" y="120"/>
                  </a:lnTo>
                  <a:lnTo>
                    <a:pt x="24" y="158"/>
                  </a:lnTo>
                  <a:lnTo>
                    <a:pt x="18" y="198"/>
                  </a:lnTo>
                  <a:lnTo>
                    <a:pt x="12" y="237"/>
                  </a:lnTo>
                  <a:lnTo>
                    <a:pt x="6" y="277"/>
                  </a:lnTo>
                  <a:lnTo>
                    <a:pt x="0" y="316"/>
                  </a:lnTo>
                  <a:lnTo>
                    <a:pt x="2" y="319"/>
                  </a:lnTo>
                  <a:lnTo>
                    <a:pt x="5" y="320"/>
                  </a:lnTo>
                  <a:lnTo>
                    <a:pt x="8" y="319"/>
                  </a:lnTo>
                  <a:lnTo>
                    <a:pt x="9" y="31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2" name="Freeform 159">
              <a:extLst>
                <a:ext uri="{FF2B5EF4-FFF2-40B4-BE49-F238E27FC236}">
                  <a16:creationId xmlns:a16="http://schemas.microsoft.com/office/drawing/2014/main" id="{D98F3987-E0AD-43CC-A98F-567DF348239B}"/>
                </a:ext>
              </a:extLst>
            </p:cNvPr>
            <p:cNvSpPr>
              <a:spLocks/>
            </p:cNvSpPr>
            <p:nvPr/>
          </p:nvSpPr>
          <p:spPr bwMode="auto">
            <a:xfrm>
              <a:off x="2346" y="2733"/>
              <a:ext cx="11" cy="41"/>
            </a:xfrm>
            <a:custGeom>
              <a:avLst/>
              <a:gdLst>
                <a:gd name="T0" fmla="*/ 0 w 33"/>
                <a:gd name="T1" fmla="*/ 0 h 124"/>
                <a:gd name="T2" fmla="*/ 0 w 33"/>
                <a:gd name="T3" fmla="*/ 0 h 124"/>
                <a:gd name="T4" fmla="*/ 0 w 33"/>
                <a:gd name="T5" fmla="*/ 0 h 124"/>
                <a:gd name="T6" fmla="*/ 0 w 33"/>
                <a:gd name="T7" fmla="*/ 0 h 124"/>
                <a:gd name="T8" fmla="*/ 0 w 33"/>
                <a:gd name="T9" fmla="*/ 0 h 124"/>
                <a:gd name="T10" fmla="*/ 0 w 33"/>
                <a:gd name="T11" fmla="*/ 0 h 124"/>
                <a:gd name="T12" fmla="*/ 0 w 33"/>
                <a:gd name="T13" fmla="*/ 0 h 124"/>
                <a:gd name="T14" fmla="*/ 0 w 33"/>
                <a:gd name="T15" fmla="*/ 0 h 124"/>
                <a:gd name="T16" fmla="*/ 0 w 33"/>
                <a:gd name="T17" fmla="*/ 0 h 124"/>
                <a:gd name="T18" fmla="*/ 0 w 33"/>
                <a:gd name="T19" fmla="*/ 0 h 124"/>
                <a:gd name="T20" fmla="*/ 0 w 33"/>
                <a:gd name="T21" fmla="*/ 0 h 124"/>
                <a:gd name="T22" fmla="*/ 0 w 33"/>
                <a:gd name="T23" fmla="*/ 0 h 124"/>
                <a:gd name="T24" fmla="*/ 0 w 33"/>
                <a:gd name="T25" fmla="*/ 0 h 124"/>
                <a:gd name="T26" fmla="*/ 0 w 33"/>
                <a:gd name="T27" fmla="*/ 0 h 124"/>
                <a:gd name="T28" fmla="*/ 0 w 33"/>
                <a:gd name="T29" fmla="*/ 0 h 124"/>
                <a:gd name="T30" fmla="*/ 0 w 33"/>
                <a:gd name="T31" fmla="*/ 0 h 124"/>
                <a:gd name="T32" fmla="*/ 0 w 33"/>
                <a:gd name="T33" fmla="*/ 0 h 124"/>
                <a:gd name="T34" fmla="*/ 0 w 33"/>
                <a:gd name="T35" fmla="*/ 0 h 1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
                <a:gd name="T55" fmla="*/ 0 h 124"/>
                <a:gd name="T56" fmla="*/ 33 w 33"/>
                <a:gd name="T57" fmla="*/ 124 h 1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 h="124">
                  <a:moveTo>
                    <a:pt x="6" y="114"/>
                  </a:moveTo>
                  <a:lnTo>
                    <a:pt x="12" y="118"/>
                  </a:lnTo>
                  <a:lnTo>
                    <a:pt x="14" y="102"/>
                  </a:lnTo>
                  <a:lnTo>
                    <a:pt x="20" y="68"/>
                  </a:lnTo>
                  <a:lnTo>
                    <a:pt x="27" y="29"/>
                  </a:lnTo>
                  <a:lnTo>
                    <a:pt x="33" y="0"/>
                  </a:lnTo>
                  <a:lnTo>
                    <a:pt x="24" y="0"/>
                  </a:lnTo>
                  <a:lnTo>
                    <a:pt x="18" y="29"/>
                  </a:lnTo>
                  <a:lnTo>
                    <a:pt x="11" y="68"/>
                  </a:lnTo>
                  <a:lnTo>
                    <a:pt x="5" y="102"/>
                  </a:lnTo>
                  <a:lnTo>
                    <a:pt x="0" y="118"/>
                  </a:lnTo>
                  <a:lnTo>
                    <a:pt x="6" y="123"/>
                  </a:lnTo>
                  <a:lnTo>
                    <a:pt x="0" y="118"/>
                  </a:lnTo>
                  <a:lnTo>
                    <a:pt x="2" y="123"/>
                  </a:lnTo>
                  <a:lnTo>
                    <a:pt x="6" y="124"/>
                  </a:lnTo>
                  <a:lnTo>
                    <a:pt x="11" y="123"/>
                  </a:lnTo>
                  <a:lnTo>
                    <a:pt x="12" y="118"/>
                  </a:lnTo>
                  <a:lnTo>
                    <a:pt x="6" y="11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3" name="Freeform 160">
              <a:extLst>
                <a:ext uri="{FF2B5EF4-FFF2-40B4-BE49-F238E27FC236}">
                  <a16:creationId xmlns:a16="http://schemas.microsoft.com/office/drawing/2014/main" id="{51F8B2BE-2C8B-4582-927F-6573428A244E}"/>
                </a:ext>
              </a:extLst>
            </p:cNvPr>
            <p:cNvSpPr>
              <a:spLocks/>
            </p:cNvSpPr>
            <p:nvPr/>
          </p:nvSpPr>
          <p:spPr bwMode="auto">
            <a:xfrm>
              <a:off x="2348" y="2771"/>
              <a:ext cx="21" cy="10"/>
            </a:xfrm>
            <a:custGeom>
              <a:avLst/>
              <a:gdLst>
                <a:gd name="T0" fmla="*/ 0 w 61"/>
                <a:gd name="T1" fmla="*/ 0 h 31"/>
                <a:gd name="T2" fmla="*/ 0 w 61"/>
                <a:gd name="T3" fmla="*/ 0 h 31"/>
                <a:gd name="T4" fmla="*/ 0 w 61"/>
                <a:gd name="T5" fmla="*/ 0 h 31"/>
                <a:gd name="T6" fmla="*/ 0 w 61"/>
                <a:gd name="T7" fmla="*/ 0 h 31"/>
                <a:gd name="T8" fmla="*/ 0 w 61"/>
                <a:gd name="T9" fmla="*/ 0 h 31"/>
                <a:gd name="T10" fmla="*/ 0 w 61"/>
                <a:gd name="T11" fmla="*/ 0 h 31"/>
                <a:gd name="T12" fmla="*/ 0 w 61"/>
                <a:gd name="T13" fmla="*/ 0 h 31"/>
                <a:gd name="T14" fmla="*/ 0 w 61"/>
                <a:gd name="T15" fmla="*/ 0 h 31"/>
                <a:gd name="T16" fmla="*/ 0 w 61"/>
                <a:gd name="T17" fmla="*/ 0 h 31"/>
                <a:gd name="T18" fmla="*/ 0 w 61"/>
                <a:gd name="T19" fmla="*/ 0 h 31"/>
                <a:gd name="T20" fmla="*/ 0 w 61"/>
                <a:gd name="T21" fmla="*/ 0 h 31"/>
                <a:gd name="T22" fmla="*/ 0 w 61"/>
                <a:gd name="T23" fmla="*/ 0 h 31"/>
                <a:gd name="T24" fmla="*/ 0 w 61"/>
                <a:gd name="T25" fmla="*/ 0 h 31"/>
                <a:gd name="T26" fmla="*/ 0 w 61"/>
                <a:gd name="T27" fmla="*/ 0 h 31"/>
                <a:gd name="T28" fmla="*/ 0 w 61"/>
                <a:gd name="T29" fmla="*/ 0 h 31"/>
                <a:gd name="T30" fmla="*/ 0 w 61"/>
                <a:gd name="T31" fmla="*/ 0 h 31"/>
                <a:gd name="T32" fmla="*/ 0 w 61"/>
                <a:gd name="T33" fmla="*/ 0 h 31"/>
                <a:gd name="T34" fmla="*/ 0 w 61"/>
                <a:gd name="T35" fmla="*/ 0 h 31"/>
                <a:gd name="T36" fmla="*/ 0 w 61"/>
                <a:gd name="T37" fmla="*/ 0 h 31"/>
                <a:gd name="T38" fmla="*/ 0 w 61"/>
                <a:gd name="T39" fmla="*/ 0 h 31"/>
                <a:gd name="T40" fmla="*/ 0 w 61"/>
                <a:gd name="T41" fmla="*/ 0 h 31"/>
                <a:gd name="T42" fmla="*/ 0 w 61"/>
                <a:gd name="T43" fmla="*/ 0 h 31"/>
                <a:gd name="T44" fmla="*/ 0 w 61"/>
                <a:gd name="T45" fmla="*/ 0 h 31"/>
                <a:gd name="T46" fmla="*/ 0 w 61"/>
                <a:gd name="T47" fmla="*/ 0 h 31"/>
                <a:gd name="T48" fmla="*/ 0 w 61"/>
                <a:gd name="T49" fmla="*/ 0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31"/>
                <a:gd name="T77" fmla="*/ 61 w 61"/>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31">
                  <a:moveTo>
                    <a:pt x="57" y="22"/>
                  </a:moveTo>
                  <a:lnTo>
                    <a:pt x="57" y="22"/>
                  </a:lnTo>
                  <a:lnTo>
                    <a:pt x="54" y="21"/>
                  </a:lnTo>
                  <a:lnTo>
                    <a:pt x="48" y="18"/>
                  </a:lnTo>
                  <a:lnTo>
                    <a:pt x="42" y="15"/>
                  </a:lnTo>
                  <a:lnTo>
                    <a:pt x="34" y="12"/>
                  </a:lnTo>
                  <a:lnTo>
                    <a:pt x="27" y="9"/>
                  </a:lnTo>
                  <a:lnTo>
                    <a:pt x="20" y="6"/>
                  </a:lnTo>
                  <a:lnTo>
                    <a:pt x="11" y="3"/>
                  </a:lnTo>
                  <a:lnTo>
                    <a:pt x="0" y="0"/>
                  </a:lnTo>
                  <a:lnTo>
                    <a:pt x="0" y="9"/>
                  </a:lnTo>
                  <a:lnTo>
                    <a:pt x="8" y="12"/>
                  </a:lnTo>
                  <a:lnTo>
                    <a:pt x="17" y="15"/>
                  </a:lnTo>
                  <a:lnTo>
                    <a:pt x="24" y="18"/>
                  </a:lnTo>
                  <a:lnTo>
                    <a:pt x="31" y="21"/>
                  </a:lnTo>
                  <a:lnTo>
                    <a:pt x="39" y="24"/>
                  </a:lnTo>
                  <a:lnTo>
                    <a:pt x="45" y="27"/>
                  </a:lnTo>
                  <a:lnTo>
                    <a:pt x="51" y="30"/>
                  </a:lnTo>
                  <a:lnTo>
                    <a:pt x="57" y="31"/>
                  </a:lnTo>
                  <a:lnTo>
                    <a:pt x="60" y="30"/>
                  </a:lnTo>
                  <a:lnTo>
                    <a:pt x="61" y="27"/>
                  </a:lnTo>
                  <a:lnTo>
                    <a:pt x="60" y="24"/>
                  </a:lnTo>
                  <a:lnTo>
                    <a:pt x="57" y="2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4" name="Freeform 161">
              <a:extLst>
                <a:ext uri="{FF2B5EF4-FFF2-40B4-BE49-F238E27FC236}">
                  <a16:creationId xmlns:a16="http://schemas.microsoft.com/office/drawing/2014/main" id="{D60DC23F-24F5-4A65-B932-01DED6863D7F}"/>
                </a:ext>
              </a:extLst>
            </p:cNvPr>
            <p:cNvSpPr>
              <a:spLocks/>
            </p:cNvSpPr>
            <p:nvPr/>
          </p:nvSpPr>
          <p:spPr bwMode="auto">
            <a:xfrm>
              <a:off x="2367" y="2773"/>
              <a:ext cx="19" cy="8"/>
            </a:xfrm>
            <a:custGeom>
              <a:avLst/>
              <a:gdLst>
                <a:gd name="T0" fmla="*/ 0 w 56"/>
                <a:gd name="T1" fmla="*/ 0 h 25"/>
                <a:gd name="T2" fmla="*/ 0 w 56"/>
                <a:gd name="T3" fmla="*/ 0 h 25"/>
                <a:gd name="T4" fmla="*/ 0 w 56"/>
                <a:gd name="T5" fmla="*/ 0 h 25"/>
                <a:gd name="T6" fmla="*/ 0 w 56"/>
                <a:gd name="T7" fmla="*/ 0 h 25"/>
                <a:gd name="T8" fmla="*/ 0 w 56"/>
                <a:gd name="T9" fmla="*/ 0 h 25"/>
                <a:gd name="T10" fmla="*/ 0 w 56"/>
                <a:gd name="T11" fmla="*/ 0 h 25"/>
                <a:gd name="T12" fmla="*/ 0 w 56"/>
                <a:gd name="T13" fmla="*/ 0 h 25"/>
                <a:gd name="T14" fmla="*/ 0 w 56"/>
                <a:gd name="T15" fmla="*/ 0 h 25"/>
                <a:gd name="T16" fmla="*/ 0 w 56"/>
                <a:gd name="T17" fmla="*/ 0 h 25"/>
                <a:gd name="T18" fmla="*/ 0 w 56"/>
                <a:gd name="T19" fmla="*/ 0 h 25"/>
                <a:gd name="T20" fmla="*/ 0 w 56"/>
                <a:gd name="T21" fmla="*/ 0 h 25"/>
                <a:gd name="T22" fmla="*/ 0 w 56"/>
                <a:gd name="T23" fmla="*/ 0 h 25"/>
                <a:gd name="T24" fmla="*/ 0 w 56"/>
                <a:gd name="T25" fmla="*/ 0 h 25"/>
                <a:gd name="T26" fmla="*/ 0 w 56"/>
                <a:gd name="T27" fmla="*/ 0 h 25"/>
                <a:gd name="T28" fmla="*/ 0 w 56"/>
                <a:gd name="T29" fmla="*/ 0 h 25"/>
                <a:gd name="T30" fmla="*/ 0 w 56"/>
                <a:gd name="T31" fmla="*/ 0 h 25"/>
                <a:gd name="T32" fmla="*/ 0 w 56"/>
                <a:gd name="T33" fmla="*/ 0 h 25"/>
                <a:gd name="T34" fmla="*/ 0 w 56"/>
                <a:gd name="T35" fmla="*/ 0 h 25"/>
                <a:gd name="T36" fmla="*/ 0 w 56"/>
                <a:gd name="T37" fmla="*/ 0 h 25"/>
                <a:gd name="T38" fmla="*/ 0 w 56"/>
                <a:gd name="T39" fmla="*/ 0 h 25"/>
                <a:gd name="T40" fmla="*/ 0 w 56"/>
                <a:gd name="T41" fmla="*/ 0 h 25"/>
                <a:gd name="T42" fmla="*/ 0 w 56"/>
                <a:gd name="T43" fmla="*/ 0 h 25"/>
                <a:gd name="T44" fmla="*/ 0 w 56"/>
                <a:gd name="T45" fmla="*/ 0 h 25"/>
                <a:gd name="T46" fmla="*/ 0 w 56"/>
                <a:gd name="T47" fmla="*/ 0 h 25"/>
                <a:gd name="T48" fmla="*/ 0 w 56"/>
                <a:gd name="T49" fmla="*/ 0 h 25"/>
                <a:gd name="T50" fmla="*/ 0 w 56"/>
                <a:gd name="T51" fmla="*/ 0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25"/>
                <a:gd name="T80" fmla="*/ 56 w 5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25">
                  <a:moveTo>
                    <a:pt x="50" y="0"/>
                  </a:moveTo>
                  <a:lnTo>
                    <a:pt x="47" y="0"/>
                  </a:lnTo>
                  <a:lnTo>
                    <a:pt x="43" y="1"/>
                  </a:lnTo>
                  <a:lnTo>
                    <a:pt x="40" y="4"/>
                  </a:lnTo>
                  <a:lnTo>
                    <a:pt x="34" y="7"/>
                  </a:lnTo>
                  <a:lnTo>
                    <a:pt x="26" y="10"/>
                  </a:lnTo>
                  <a:lnTo>
                    <a:pt x="19" y="12"/>
                  </a:lnTo>
                  <a:lnTo>
                    <a:pt x="10" y="15"/>
                  </a:lnTo>
                  <a:lnTo>
                    <a:pt x="0" y="16"/>
                  </a:lnTo>
                  <a:lnTo>
                    <a:pt x="0" y="25"/>
                  </a:lnTo>
                  <a:lnTo>
                    <a:pt x="10" y="24"/>
                  </a:lnTo>
                  <a:lnTo>
                    <a:pt x="19" y="21"/>
                  </a:lnTo>
                  <a:lnTo>
                    <a:pt x="29" y="19"/>
                  </a:lnTo>
                  <a:lnTo>
                    <a:pt x="37" y="16"/>
                  </a:lnTo>
                  <a:lnTo>
                    <a:pt x="43" y="13"/>
                  </a:lnTo>
                  <a:lnTo>
                    <a:pt x="49" y="10"/>
                  </a:lnTo>
                  <a:lnTo>
                    <a:pt x="50" y="9"/>
                  </a:lnTo>
                  <a:lnTo>
                    <a:pt x="53" y="9"/>
                  </a:lnTo>
                  <a:lnTo>
                    <a:pt x="50" y="9"/>
                  </a:lnTo>
                  <a:lnTo>
                    <a:pt x="53" y="9"/>
                  </a:lnTo>
                  <a:lnTo>
                    <a:pt x="56" y="6"/>
                  </a:lnTo>
                  <a:lnTo>
                    <a:pt x="54" y="1"/>
                  </a:lnTo>
                  <a:lnTo>
                    <a:pt x="52" y="0"/>
                  </a:lnTo>
                  <a:lnTo>
                    <a:pt x="47" y="0"/>
                  </a:lnTo>
                  <a:lnTo>
                    <a:pt x="5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5" name="Freeform 162">
              <a:extLst>
                <a:ext uri="{FF2B5EF4-FFF2-40B4-BE49-F238E27FC236}">
                  <a16:creationId xmlns:a16="http://schemas.microsoft.com/office/drawing/2014/main" id="{1ECB6AF4-63DD-4A18-B445-E36764FF0C21}"/>
                </a:ext>
              </a:extLst>
            </p:cNvPr>
            <p:cNvSpPr>
              <a:spLocks/>
            </p:cNvSpPr>
            <p:nvPr/>
          </p:nvSpPr>
          <p:spPr bwMode="auto">
            <a:xfrm>
              <a:off x="2384" y="2773"/>
              <a:ext cx="42" cy="12"/>
            </a:xfrm>
            <a:custGeom>
              <a:avLst/>
              <a:gdLst>
                <a:gd name="T0" fmla="*/ 0 w 126"/>
                <a:gd name="T1" fmla="*/ 0 h 37"/>
                <a:gd name="T2" fmla="*/ 0 w 126"/>
                <a:gd name="T3" fmla="*/ 0 h 37"/>
                <a:gd name="T4" fmla="*/ 0 w 126"/>
                <a:gd name="T5" fmla="*/ 0 h 37"/>
                <a:gd name="T6" fmla="*/ 0 w 126"/>
                <a:gd name="T7" fmla="*/ 0 h 37"/>
                <a:gd name="T8" fmla="*/ 0 w 126"/>
                <a:gd name="T9" fmla="*/ 0 h 37"/>
                <a:gd name="T10" fmla="*/ 0 w 126"/>
                <a:gd name="T11" fmla="*/ 0 h 37"/>
                <a:gd name="T12" fmla="*/ 0 w 126"/>
                <a:gd name="T13" fmla="*/ 0 h 37"/>
                <a:gd name="T14" fmla="*/ 0 w 126"/>
                <a:gd name="T15" fmla="*/ 0 h 37"/>
                <a:gd name="T16" fmla="*/ 0 w 126"/>
                <a:gd name="T17" fmla="*/ 0 h 37"/>
                <a:gd name="T18" fmla="*/ 0 w 126"/>
                <a:gd name="T19" fmla="*/ 0 h 37"/>
                <a:gd name="T20" fmla="*/ 0 w 126"/>
                <a:gd name="T21" fmla="*/ 0 h 37"/>
                <a:gd name="T22" fmla="*/ 0 w 126"/>
                <a:gd name="T23" fmla="*/ 0 h 37"/>
                <a:gd name="T24" fmla="*/ 0 w 126"/>
                <a:gd name="T25" fmla="*/ 0 h 37"/>
                <a:gd name="T26" fmla="*/ 0 w 126"/>
                <a:gd name="T27" fmla="*/ 0 h 37"/>
                <a:gd name="T28" fmla="*/ 0 w 126"/>
                <a:gd name="T29" fmla="*/ 0 h 37"/>
                <a:gd name="T30" fmla="*/ 0 w 126"/>
                <a:gd name="T31" fmla="*/ 0 h 37"/>
                <a:gd name="T32" fmla="*/ 0 w 126"/>
                <a:gd name="T33" fmla="*/ 0 h 37"/>
                <a:gd name="T34" fmla="*/ 0 w 126"/>
                <a:gd name="T35" fmla="*/ 0 h 37"/>
                <a:gd name="T36" fmla="*/ 0 w 126"/>
                <a:gd name="T37" fmla="*/ 0 h 37"/>
                <a:gd name="T38" fmla="*/ 0 w 126"/>
                <a:gd name="T39" fmla="*/ 0 h 37"/>
                <a:gd name="T40" fmla="*/ 0 w 126"/>
                <a:gd name="T41" fmla="*/ 0 h 3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6"/>
                <a:gd name="T64" fmla="*/ 0 h 37"/>
                <a:gd name="T65" fmla="*/ 126 w 126"/>
                <a:gd name="T66" fmla="*/ 37 h 3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6" h="37">
                  <a:moveTo>
                    <a:pt x="117" y="15"/>
                  </a:moveTo>
                  <a:lnTo>
                    <a:pt x="117" y="15"/>
                  </a:lnTo>
                  <a:lnTo>
                    <a:pt x="108" y="24"/>
                  </a:lnTo>
                  <a:lnTo>
                    <a:pt x="98" y="25"/>
                  </a:lnTo>
                  <a:lnTo>
                    <a:pt x="83" y="25"/>
                  </a:lnTo>
                  <a:lnTo>
                    <a:pt x="68" y="21"/>
                  </a:lnTo>
                  <a:lnTo>
                    <a:pt x="52" y="15"/>
                  </a:lnTo>
                  <a:lnTo>
                    <a:pt x="34" y="9"/>
                  </a:lnTo>
                  <a:lnTo>
                    <a:pt x="18" y="3"/>
                  </a:lnTo>
                  <a:lnTo>
                    <a:pt x="0" y="0"/>
                  </a:lnTo>
                  <a:lnTo>
                    <a:pt x="0" y="9"/>
                  </a:lnTo>
                  <a:lnTo>
                    <a:pt x="15" y="12"/>
                  </a:lnTo>
                  <a:lnTo>
                    <a:pt x="31" y="18"/>
                  </a:lnTo>
                  <a:lnTo>
                    <a:pt x="49" y="24"/>
                  </a:lnTo>
                  <a:lnTo>
                    <a:pt x="65" y="30"/>
                  </a:lnTo>
                  <a:lnTo>
                    <a:pt x="83" y="34"/>
                  </a:lnTo>
                  <a:lnTo>
                    <a:pt x="98" y="37"/>
                  </a:lnTo>
                  <a:lnTo>
                    <a:pt x="111" y="33"/>
                  </a:lnTo>
                  <a:lnTo>
                    <a:pt x="126" y="21"/>
                  </a:lnTo>
                  <a:lnTo>
                    <a:pt x="117" y="1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6" name="Freeform 163">
              <a:extLst>
                <a:ext uri="{FF2B5EF4-FFF2-40B4-BE49-F238E27FC236}">
                  <a16:creationId xmlns:a16="http://schemas.microsoft.com/office/drawing/2014/main" id="{15C1A187-9073-4D8C-8CFC-FBA22CF2CB4F}"/>
                </a:ext>
              </a:extLst>
            </p:cNvPr>
            <p:cNvSpPr>
              <a:spLocks/>
            </p:cNvSpPr>
            <p:nvPr/>
          </p:nvSpPr>
          <p:spPr bwMode="auto">
            <a:xfrm>
              <a:off x="2423" y="2733"/>
              <a:ext cx="16" cy="47"/>
            </a:xfrm>
            <a:custGeom>
              <a:avLst/>
              <a:gdLst>
                <a:gd name="T0" fmla="*/ 0 w 47"/>
                <a:gd name="T1" fmla="*/ 0 h 141"/>
                <a:gd name="T2" fmla="*/ 0 w 47"/>
                <a:gd name="T3" fmla="*/ 0 h 141"/>
                <a:gd name="T4" fmla="*/ 0 w 47"/>
                <a:gd name="T5" fmla="*/ 0 h 141"/>
                <a:gd name="T6" fmla="*/ 0 w 47"/>
                <a:gd name="T7" fmla="*/ 0 h 141"/>
                <a:gd name="T8" fmla="*/ 0 w 47"/>
                <a:gd name="T9" fmla="*/ 0 h 141"/>
                <a:gd name="T10" fmla="*/ 0 w 47"/>
                <a:gd name="T11" fmla="*/ 0 h 141"/>
                <a:gd name="T12" fmla="*/ 0 w 47"/>
                <a:gd name="T13" fmla="*/ 0 h 141"/>
                <a:gd name="T14" fmla="*/ 0 w 47"/>
                <a:gd name="T15" fmla="*/ 0 h 141"/>
                <a:gd name="T16" fmla="*/ 0 w 47"/>
                <a:gd name="T17" fmla="*/ 0 h 141"/>
                <a:gd name="T18" fmla="*/ 0 w 47"/>
                <a:gd name="T19" fmla="*/ 0 h 141"/>
                <a:gd name="T20" fmla="*/ 0 w 47"/>
                <a:gd name="T21" fmla="*/ 0 h 141"/>
                <a:gd name="T22" fmla="*/ 0 w 47"/>
                <a:gd name="T23" fmla="*/ 0 h 141"/>
                <a:gd name="T24" fmla="*/ 0 w 47"/>
                <a:gd name="T25" fmla="*/ 0 h 141"/>
                <a:gd name="T26" fmla="*/ 0 w 47"/>
                <a:gd name="T27" fmla="*/ 0 h 141"/>
                <a:gd name="T28" fmla="*/ 0 w 47"/>
                <a:gd name="T29" fmla="*/ 0 h 141"/>
                <a:gd name="T30" fmla="*/ 0 w 47"/>
                <a:gd name="T31" fmla="*/ 0 h 141"/>
                <a:gd name="T32" fmla="*/ 0 w 47"/>
                <a:gd name="T33" fmla="*/ 0 h 141"/>
                <a:gd name="T34" fmla="*/ 0 w 47"/>
                <a:gd name="T35" fmla="*/ 0 h 1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7"/>
                <a:gd name="T55" fmla="*/ 0 h 141"/>
                <a:gd name="T56" fmla="*/ 47 w 47"/>
                <a:gd name="T57" fmla="*/ 141 h 1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7" h="141">
                  <a:moveTo>
                    <a:pt x="47" y="4"/>
                  </a:moveTo>
                  <a:lnTo>
                    <a:pt x="39" y="3"/>
                  </a:lnTo>
                  <a:lnTo>
                    <a:pt x="27" y="35"/>
                  </a:lnTo>
                  <a:lnTo>
                    <a:pt x="21" y="72"/>
                  </a:lnTo>
                  <a:lnTo>
                    <a:pt x="13" y="105"/>
                  </a:lnTo>
                  <a:lnTo>
                    <a:pt x="0" y="135"/>
                  </a:lnTo>
                  <a:lnTo>
                    <a:pt x="9" y="141"/>
                  </a:lnTo>
                  <a:lnTo>
                    <a:pt x="22" y="108"/>
                  </a:lnTo>
                  <a:lnTo>
                    <a:pt x="30" y="72"/>
                  </a:lnTo>
                  <a:lnTo>
                    <a:pt x="36" y="38"/>
                  </a:lnTo>
                  <a:lnTo>
                    <a:pt x="47" y="6"/>
                  </a:lnTo>
                  <a:lnTo>
                    <a:pt x="39" y="4"/>
                  </a:lnTo>
                  <a:lnTo>
                    <a:pt x="47" y="6"/>
                  </a:lnTo>
                  <a:lnTo>
                    <a:pt x="47" y="1"/>
                  </a:lnTo>
                  <a:lnTo>
                    <a:pt x="45" y="0"/>
                  </a:lnTo>
                  <a:lnTo>
                    <a:pt x="42" y="0"/>
                  </a:lnTo>
                  <a:lnTo>
                    <a:pt x="39" y="3"/>
                  </a:lnTo>
                  <a:lnTo>
                    <a:pt x="47" y="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7" name="Freeform 164">
              <a:extLst>
                <a:ext uri="{FF2B5EF4-FFF2-40B4-BE49-F238E27FC236}">
                  <a16:creationId xmlns:a16="http://schemas.microsoft.com/office/drawing/2014/main" id="{EF10038B-6E73-4E90-B0B5-6FDB6E4331B7}"/>
                </a:ext>
              </a:extLst>
            </p:cNvPr>
            <p:cNvSpPr>
              <a:spLocks/>
            </p:cNvSpPr>
            <p:nvPr/>
          </p:nvSpPr>
          <p:spPr bwMode="auto">
            <a:xfrm>
              <a:off x="2434" y="2734"/>
              <a:ext cx="5" cy="7"/>
            </a:xfrm>
            <a:custGeom>
              <a:avLst/>
              <a:gdLst>
                <a:gd name="T0" fmla="*/ 0 w 13"/>
                <a:gd name="T1" fmla="*/ 0 h 19"/>
                <a:gd name="T2" fmla="*/ 0 w 13"/>
                <a:gd name="T3" fmla="*/ 0 h 19"/>
                <a:gd name="T4" fmla="*/ 0 w 13"/>
                <a:gd name="T5" fmla="*/ 0 h 19"/>
                <a:gd name="T6" fmla="*/ 0 w 13"/>
                <a:gd name="T7" fmla="*/ 0 h 19"/>
                <a:gd name="T8" fmla="*/ 0 w 13"/>
                <a:gd name="T9" fmla="*/ 0 h 19"/>
                <a:gd name="T10" fmla="*/ 0 w 13"/>
                <a:gd name="T11" fmla="*/ 0 h 19"/>
                <a:gd name="T12" fmla="*/ 0 w 13"/>
                <a:gd name="T13" fmla="*/ 0 h 19"/>
                <a:gd name="T14" fmla="*/ 0 w 13"/>
                <a:gd name="T15" fmla="*/ 0 h 19"/>
                <a:gd name="T16" fmla="*/ 0 w 13"/>
                <a:gd name="T17" fmla="*/ 0 h 19"/>
                <a:gd name="T18" fmla="*/ 0 w 13"/>
                <a:gd name="T19" fmla="*/ 0 h 19"/>
                <a:gd name="T20" fmla="*/ 0 w 13"/>
                <a:gd name="T21" fmla="*/ 0 h 19"/>
                <a:gd name="T22" fmla="*/ 0 w 13"/>
                <a:gd name="T23" fmla="*/ 0 h 19"/>
                <a:gd name="T24" fmla="*/ 0 w 13"/>
                <a:gd name="T25" fmla="*/ 0 h 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19"/>
                <a:gd name="T41" fmla="*/ 13 w 13"/>
                <a:gd name="T42" fmla="*/ 19 h 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19">
                  <a:moveTo>
                    <a:pt x="9" y="16"/>
                  </a:moveTo>
                  <a:lnTo>
                    <a:pt x="9" y="16"/>
                  </a:lnTo>
                  <a:lnTo>
                    <a:pt x="9" y="13"/>
                  </a:lnTo>
                  <a:lnTo>
                    <a:pt x="11" y="11"/>
                  </a:lnTo>
                  <a:lnTo>
                    <a:pt x="12" y="6"/>
                  </a:lnTo>
                  <a:lnTo>
                    <a:pt x="13" y="0"/>
                  </a:lnTo>
                  <a:lnTo>
                    <a:pt x="5" y="0"/>
                  </a:lnTo>
                  <a:lnTo>
                    <a:pt x="3" y="3"/>
                  </a:lnTo>
                  <a:lnTo>
                    <a:pt x="2" y="8"/>
                  </a:lnTo>
                  <a:lnTo>
                    <a:pt x="0" y="13"/>
                  </a:lnTo>
                  <a:lnTo>
                    <a:pt x="0" y="19"/>
                  </a:lnTo>
                  <a:lnTo>
                    <a:pt x="9" y="1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8" name="Freeform 165">
              <a:extLst>
                <a:ext uri="{FF2B5EF4-FFF2-40B4-BE49-F238E27FC236}">
                  <a16:creationId xmlns:a16="http://schemas.microsoft.com/office/drawing/2014/main" id="{ED592C3F-D13C-4EB7-A89C-A429284A3A0C}"/>
                </a:ext>
              </a:extLst>
            </p:cNvPr>
            <p:cNvSpPr>
              <a:spLocks/>
            </p:cNvSpPr>
            <p:nvPr/>
          </p:nvSpPr>
          <p:spPr bwMode="auto">
            <a:xfrm>
              <a:off x="2434" y="2740"/>
              <a:ext cx="26" cy="44"/>
            </a:xfrm>
            <a:custGeom>
              <a:avLst/>
              <a:gdLst>
                <a:gd name="T0" fmla="*/ 0 w 76"/>
                <a:gd name="T1" fmla="*/ 0 h 134"/>
                <a:gd name="T2" fmla="*/ 0 w 76"/>
                <a:gd name="T3" fmla="*/ 0 h 134"/>
                <a:gd name="T4" fmla="*/ 0 w 76"/>
                <a:gd name="T5" fmla="*/ 0 h 134"/>
                <a:gd name="T6" fmla="*/ 0 w 76"/>
                <a:gd name="T7" fmla="*/ 0 h 134"/>
                <a:gd name="T8" fmla="*/ 0 w 76"/>
                <a:gd name="T9" fmla="*/ 0 h 134"/>
                <a:gd name="T10" fmla="*/ 0 w 76"/>
                <a:gd name="T11" fmla="*/ 0 h 134"/>
                <a:gd name="T12" fmla="*/ 0 w 76"/>
                <a:gd name="T13" fmla="*/ 0 h 134"/>
                <a:gd name="T14" fmla="*/ 0 w 76"/>
                <a:gd name="T15" fmla="*/ 0 h 134"/>
                <a:gd name="T16" fmla="*/ 0 w 76"/>
                <a:gd name="T17" fmla="*/ 0 h 134"/>
                <a:gd name="T18" fmla="*/ 0 w 76"/>
                <a:gd name="T19" fmla="*/ 0 h 134"/>
                <a:gd name="T20" fmla="*/ 0 w 76"/>
                <a:gd name="T21" fmla="*/ 0 h 134"/>
                <a:gd name="T22" fmla="*/ 0 w 76"/>
                <a:gd name="T23" fmla="*/ 0 h 134"/>
                <a:gd name="T24" fmla="*/ 0 w 76"/>
                <a:gd name="T25" fmla="*/ 0 h 134"/>
                <a:gd name="T26" fmla="*/ 0 w 76"/>
                <a:gd name="T27" fmla="*/ 0 h 134"/>
                <a:gd name="T28" fmla="*/ 0 w 76"/>
                <a:gd name="T29" fmla="*/ 0 h 134"/>
                <a:gd name="T30" fmla="*/ 0 w 76"/>
                <a:gd name="T31" fmla="*/ 0 h 134"/>
                <a:gd name="T32" fmla="*/ 0 w 76"/>
                <a:gd name="T33" fmla="*/ 0 h 134"/>
                <a:gd name="T34" fmla="*/ 0 w 76"/>
                <a:gd name="T35" fmla="*/ 0 h 134"/>
                <a:gd name="T36" fmla="*/ 0 w 76"/>
                <a:gd name="T37" fmla="*/ 0 h 134"/>
                <a:gd name="T38" fmla="*/ 0 w 76"/>
                <a:gd name="T39" fmla="*/ 0 h 134"/>
                <a:gd name="T40" fmla="*/ 0 w 76"/>
                <a:gd name="T41" fmla="*/ 0 h 1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134"/>
                <a:gd name="T65" fmla="*/ 76 w 76"/>
                <a:gd name="T66" fmla="*/ 134 h 1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134">
                  <a:moveTo>
                    <a:pt x="76" y="125"/>
                  </a:moveTo>
                  <a:lnTo>
                    <a:pt x="76" y="125"/>
                  </a:lnTo>
                  <a:lnTo>
                    <a:pt x="61" y="119"/>
                  </a:lnTo>
                  <a:lnTo>
                    <a:pt x="49" y="110"/>
                  </a:lnTo>
                  <a:lnTo>
                    <a:pt x="42" y="97"/>
                  </a:lnTo>
                  <a:lnTo>
                    <a:pt x="34" y="79"/>
                  </a:lnTo>
                  <a:lnTo>
                    <a:pt x="28" y="60"/>
                  </a:lnTo>
                  <a:lnTo>
                    <a:pt x="22" y="39"/>
                  </a:lnTo>
                  <a:lnTo>
                    <a:pt x="16" y="18"/>
                  </a:lnTo>
                  <a:lnTo>
                    <a:pt x="9" y="0"/>
                  </a:lnTo>
                  <a:lnTo>
                    <a:pt x="0" y="3"/>
                  </a:lnTo>
                  <a:lnTo>
                    <a:pt x="8" y="21"/>
                  </a:lnTo>
                  <a:lnTo>
                    <a:pt x="13" y="42"/>
                  </a:lnTo>
                  <a:lnTo>
                    <a:pt x="19" y="63"/>
                  </a:lnTo>
                  <a:lnTo>
                    <a:pt x="25" y="82"/>
                  </a:lnTo>
                  <a:lnTo>
                    <a:pt x="33" y="100"/>
                  </a:lnTo>
                  <a:lnTo>
                    <a:pt x="43" y="116"/>
                  </a:lnTo>
                  <a:lnTo>
                    <a:pt x="58" y="128"/>
                  </a:lnTo>
                  <a:lnTo>
                    <a:pt x="76" y="134"/>
                  </a:lnTo>
                  <a:lnTo>
                    <a:pt x="76" y="12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39" name="Freeform 166">
              <a:extLst>
                <a:ext uri="{FF2B5EF4-FFF2-40B4-BE49-F238E27FC236}">
                  <a16:creationId xmlns:a16="http://schemas.microsoft.com/office/drawing/2014/main" id="{DA2FD2E7-275F-4ACB-B22F-9BB56AFC41D0}"/>
                </a:ext>
              </a:extLst>
            </p:cNvPr>
            <p:cNvSpPr>
              <a:spLocks/>
            </p:cNvSpPr>
            <p:nvPr/>
          </p:nvSpPr>
          <p:spPr bwMode="auto">
            <a:xfrm>
              <a:off x="2460" y="2771"/>
              <a:ext cx="76" cy="17"/>
            </a:xfrm>
            <a:custGeom>
              <a:avLst/>
              <a:gdLst>
                <a:gd name="T0" fmla="*/ 0 w 229"/>
                <a:gd name="T1" fmla="*/ 0 h 50"/>
                <a:gd name="T2" fmla="*/ 0 w 229"/>
                <a:gd name="T3" fmla="*/ 0 h 50"/>
                <a:gd name="T4" fmla="*/ 0 w 229"/>
                <a:gd name="T5" fmla="*/ 0 h 50"/>
                <a:gd name="T6" fmla="*/ 0 w 229"/>
                <a:gd name="T7" fmla="*/ 0 h 50"/>
                <a:gd name="T8" fmla="*/ 0 w 229"/>
                <a:gd name="T9" fmla="*/ 0 h 50"/>
                <a:gd name="T10" fmla="*/ 0 w 229"/>
                <a:gd name="T11" fmla="*/ 0 h 50"/>
                <a:gd name="T12" fmla="*/ 0 w 229"/>
                <a:gd name="T13" fmla="*/ 0 h 50"/>
                <a:gd name="T14" fmla="*/ 0 w 229"/>
                <a:gd name="T15" fmla="*/ 0 h 50"/>
                <a:gd name="T16" fmla="*/ 0 w 229"/>
                <a:gd name="T17" fmla="*/ 0 h 50"/>
                <a:gd name="T18" fmla="*/ 0 w 229"/>
                <a:gd name="T19" fmla="*/ 0 h 50"/>
                <a:gd name="T20" fmla="*/ 0 w 229"/>
                <a:gd name="T21" fmla="*/ 0 h 50"/>
                <a:gd name="T22" fmla="*/ 0 w 229"/>
                <a:gd name="T23" fmla="*/ 0 h 50"/>
                <a:gd name="T24" fmla="*/ 0 w 229"/>
                <a:gd name="T25" fmla="*/ 0 h 50"/>
                <a:gd name="T26" fmla="*/ 0 w 229"/>
                <a:gd name="T27" fmla="*/ 0 h 50"/>
                <a:gd name="T28" fmla="*/ 0 w 229"/>
                <a:gd name="T29" fmla="*/ 0 h 50"/>
                <a:gd name="T30" fmla="*/ 0 w 229"/>
                <a:gd name="T31" fmla="*/ 0 h 50"/>
                <a:gd name="T32" fmla="*/ 0 w 229"/>
                <a:gd name="T33" fmla="*/ 0 h 50"/>
                <a:gd name="T34" fmla="*/ 0 w 229"/>
                <a:gd name="T35" fmla="*/ 0 h 50"/>
                <a:gd name="T36" fmla="*/ 0 w 229"/>
                <a:gd name="T37" fmla="*/ 0 h 50"/>
                <a:gd name="T38" fmla="*/ 0 w 229"/>
                <a:gd name="T39" fmla="*/ 0 h 50"/>
                <a:gd name="T40" fmla="*/ 0 w 229"/>
                <a:gd name="T41" fmla="*/ 0 h 50"/>
                <a:gd name="T42" fmla="*/ 0 w 229"/>
                <a:gd name="T43" fmla="*/ 0 h 50"/>
                <a:gd name="T44" fmla="*/ 0 w 229"/>
                <a:gd name="T45" fmla="*/ 0 h 50"/>
                <a:gd name="T46" fmla="*/ 0 w 229"/>
                <a:gd name="T47" fmla="*/ 0 h 50"/>
                <a:gd name="T48" fmla="*/ 0 w 229"/>
                <a:gd name="T49" fmla="*/ 0 h 50"/>
                <a:gd name="T50" fmla="*/ 0 w 229"/>
                <a:gd name="T51" fmla="*/ 0 h 5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29"/>
                <a:gd name="T79" fmla="*/ 0 h 50"/>
                <a:gd name="T80" fmla="*/ 229 w 229"/>
                <a:gd name="T81" fmla="*/ 50 h 5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29" h="50">
                  <a:moveTo>
                    <a:pt x="222" y="1"/>
                  </a:moveTo>
                  <a:lnTo>
                    <a:pt x="220" y="3"/>
                  </a:lnTo>
                  <a:lnTo>
                    <a:pt x="201" y="19"/>
                  </a:lnTo>
                  <a:lnTo>
                    <a:pt x="178" y="31"/>
                  </a:lnTo>
                  <a:lnTo>
                    <a:pt x="149" y="39"/>
                  </a:lnTo>
                  <a:lnTo>
                    <a:pt x="120" y="39"/>
                  </a:lnTo>
                  <a:lnTo>
                    <a:pt x="87" y="40"/>
                  </a:lnTo>
                  <a:lnTo>
                    <a:pt x="56" y="37"/>
                  </a:lnTo>
                  <a:lnTo>
                    <a:pt x="26" y="34"/>
                  </a:lnTo>
                  <a:lnTo>
                    <a:pt x="0" y="31"/>
                  </a:lnTo>
                  <a:lnTo>
                    <a:pt x="0" y="40"/>
                  </a:lnTo>
                  <a:lnTo>
                    <a:pt x="26" y="43"/>
                  </a:lnTo>
                  <a:lnTo>
                    <a:pt x="56" y="46"/>
                  </a:lnTo>
                  <a:lnTo>
                    <a:pt x="87" y="49"/>
                  </a:lnTo>
                  <a:lnTo>
                    <a:pt x="120" y="50"/>
                  </a:lnTo>
                  <a:lnTo>
                    <a:pt x="149" y="47"/>
                  </a:lnTo>
                  <a:lnTo>
                    <a:pt x="180" y="40"/>
                  </a:lnTo>
                  <a:lnTo>
                    <a:pt x="207" y="28"/>
                  </a:lnTo>
                  <a:lnTo>
                    <a:pt x="229" y="9"/>
                  </a:lnTo>
                  <a:lnTo>
                    <a:pt x="228" y="10"/>
                  </a:lnTo>
                  <a:lnTo>
                    <a:pt x="229" y="9"/>
                  </a:lnTo>
                  <a:lnTo>
                    <a:pt x="229" y="4"/>
                  </a:lnTo>
                  <a:lnTo>
                    <a:pt x="228" y="1"/>
                  </a:lnTo>
                  <a:lnTo>
                    <a:pt x="223" y="0"/>
                  </a:lnTo>
                  <a:lnTo>
                    <a:pt x="220" y="3"/>
                  </a:lnTo>
                  <a:lnTo>
                    <a:pt x="222" y="1"/>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0" name="Freeform 167">
              <a:extLst>
                <a:ext uri="{FF2B5EF4-FFF2-40B4-BE49-F238E27FC236}">
                  <a16:creationId xmlns:a16="http://schemas.microsoft.com/office/drawing/2014/main" id="{A48B50B5-9CDC-4C3A-9634-68BE2790F0E8}"/>
                </a:ext>
              </a:extLst>
            </p:cNvPr>
            <p:cNvSpPr>
              <a:spLocks/>
            </p:cNvSpPr>
            <p:nvPr/>
          </p:nvSpPr>
          <p:spPr bwMode="auto">
            <a:xfrm>
              <a:off x="2343" y="2983"/>
              <a:ext cx="102" cy="42"/>
            </a:xfrm>
            <a:custGeom>
              <a:avLst/>
              <a:gdLst>
                <a:gd name="T0" fmla="*/ 0 w 307"/>
                <a:gd name="T1" fmla="*/ 0 h 128"/>
                <a:gd name="T2" fmla="*/ 0 w 307"/>
                <a:gd name="T3" fmla="*/ 0 h 128"/>
                <a:gd name="T4" fmla="*/ 0 w 307"/>
                <a:gd name="T5" fmla="*/ 0 h 128"/>
                <a:gd name="T6" fmla="*/ 0 w 307"/>
                <a:gd name="T7" fmla="*/ 0 h 128"/>
                <a:gd name="T8" fmla="*/ 0 w 307"/>
                <a:gd name="T9" fmla="*/ 0 h 128"/>
                <a:gd name="T10" fmla="*/ 0 w 307"/>
                <a:gd name="T11" fmla="*/ 0 h 128"/>
                <a:gd name="T12" fmla="*/ 0 w 307"/>
                <a:gd name="T13" fmla="*/ 0 h 128"/>
                <a:gd name="T14" fmla="*/ 0 w 307"/>
                <a:gd name="T15" fmla="*/ 0 h 128"/>
                <a:gd name="T16" fmla="*/ 0 w 307"/>
                <a:gd name="T17" fmla="*/ 0 h 128"/>
                <a:gd name="T18" fmla="*/ 0 w 307"/>
                <a:gd name="T19" fmla="*/ 0 h 128"/>
                <a:gd name="T20" fmla="*/ 0 w 307"/>
                <a:gd name="T21" fmla="*/ 0 h 128"/>
                <a:gd name="T22" fmla="*/ 0 w 307"/>
                <a:gd name="T23" fmla="*/ 0 h 128"/>
                <a:gd name="T24" fmla="*/ 0 w 307"/>
                <a:gd name="T25" fmla="*/ 0 h 128"/>
                <a:gd name="T26" fmla="*/ 0 w 307"/>
                <a:gd name="T27" fmla="*/ 0 h 128"/>
                <a:gd name="T28" fmla="*/ 0 w 307"/>
                <a:gd name="T29" fmla="*/ 0 h 128"/>
                <a:gd name="T30" fmla="*/ 0 w 307"/>
                <a:gd name="T31" fmla="*/ 0 h 128"/>
                <a:gd name="T32" fmla="*/ 0 w 307"/>
                <a:gd name="T33" fmla="*/ 0 h 128"/>
                <a:gd name="T34" fmla="*/ 0 w 307"/>
                <a:gd name="T35" fmla="*/ 0 h 128"/>
                <a:gd name="T36" fmla="*/ 0 w 307"/>
                <a:gd name="T37" fmla="*/ 0 h 128"/>
                <a:gd name="T38" fmla="*/ 0 w 307"/>
                <a:gd name="T39" fmla="*/ 0 h 128"/>
                <a:gd name="T40" fmla="*/ 0 w 307"/>
                <a:gd name="T41" fmla="*/ 0 h 128"/>
                <a:gd name="T42" fmla="*/ 0 w 307"/>
                <a:gd name="T43" fmla="*/ 0 h 128"/>
                <a:gd name="T44" fmla="*/ 0 w 307"/>
                <a:gd name="T45" fmla="*/ 0 h 128"/>
                <a:gd name="T46" fmla="*/ 0 w 307"/>
                <a:gd name="T47" fmla="*/ 0 h 128"/>
                <a:gd name="T48" fmla="*/ 0 w 307"/>
                <a:gd name="T49" fmla="*/ 0 h 128"/>
                <a:gd name="T50" fmla="*/ 0 w 307"/>
                <a:gd name="T51" fmla="*/ 0 h 128"/>
                <a:gd name="T52" fmla="*/ 0 w 307"/>
                <a:gd name="T53" fmla="*/ 0 h 128"/>
                <a:gd name="T54" fmla="*/ 0 w 307"/>
                <a:gd name="T55" fmla="*/ 0 h 128"/>
                <a:gd name="T56" fmla="*/ 0 w 307"/>
                <a:gd name="T57" fmla="*/ 0 h 128"/>
                <a:gd name="T58" fmla="*/ 0 w 307"/>
                <a:gd name="T59" fmla="*/ 0 h 128"/>
                <a:gd name="T60" fmla="*/ 0 w 307"/>
                <a:gd name="T61" fmla="*/ 0 h 128"/>
                <a:gd name="T62" fmla="*/ 0 w 307"/>
                <a:gd name="T63" fmla="*/ 0 h 128"/>
                <a:gd name="T64" fmla="*/ 0 w 307"/>
                <a:gd name="T65" fmla="*/ 0 h 128"/>
                <a:gd name="T66" fmla="*/ 0 w 307"/>
                <a:gd name="T67" fmla="*/ 0 h 128"/>
                <a:gd name="T68" fmla="*/ 0 w 307"/>
                <a:gd name="T69" fmla="*/ 0 h 128"/>
                <a:gd name="T70" fmla="*/ 0 w 307"/>
                <a:gd name="T71" fmla="*/ 0 h 128"/>
                <a:gd name="T72" fmla="*/ 0 w 307"/>
                <a:gd name="T73" fmla="*/ 0 h 128"/>
                <a:gd name="T74" fmla="*/ 0 w 307"/>
                <a:gd name="T75" fmla="*/ 0 h 128"/>
                <a:gd name="T76" fmla="*/ 0 w 307"/>
                <a:gd name="T77" fmla="*/ 0 h 128"/>
                <a:gd name="T78" fmla="*/ 0 w 307"/>
                <a:gd name="T79" fmla="*/ 0 h 128"/>
                <a:gd name="T80" fmla="*/ 0 w 307"/>
                <a:gd name="T81" fmla="*/ 0 h 128"/>
                <a:gd name="T82" fmla="*/ 0 w 307"/>
                <a:gd name="T83" fmla="*/ 0 h 128"/>
                <a:gd name="T84" fmla="*/ 0 w 307"/>
                <a:gd name="T85" fmla="*/ 0 h 128"/>
                <a:gd name="T86" fmla="*/ 0 w 307"/>
                <a:gd name="T87" fmla="*/ 0 h 128"/>
                <a:gd name="T88" fmla="*/ 0 w 307"/>
                <a:gd name="T89" fmla="*/ 0 h 128"/>
                <a:gd name="T90" fmla="*/ 0 w 307"/>
                <a:gd name="T91" fmla="*/ 0 h 128"/>
                <a:gd name="T92" fmla="*/ 0 w 307"/>
                <a:gd name="T93" fmla="*/ 0 h 128"/>
                <a:gd name="T94" fmla="*/ 0 w 307"/>
                <a:gd name="T95" fmla="*/ 0 h 128"/>
                <a:gd name="T96" fmla="*/ 0 w 307"/>
                <a:gd name="T97" fmla="*/ 0 h 128"/>
                <a:gd name="T98" fmla="*/ 0 w 307"/>
                <a:gd name="T99" fmla="*/ 0 h 128"/>
                <a:gd name="T100" fmla="*/ 0 w 307"/>
                <a:gd name="T101" fmla="*/ 0 h 128"/>
                <a:gd name="T102" fmla="*/ 0 w 307"/>
                <a:gd name="T103" fmla="*/ 0 h 128"/>
                <a:gd name="T104" fmla="*/ 0 w 307"/>
                <a:gd name="T105" fmla="*/ 0 h 12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07"/>
                <a:gd name="T160" fmla="*/ 0 h 128"/>
                <a:gd name="T161" fmla="*/ 307 w 307"/>
                <a:gd name="T162" fmla="*/ 128 h 12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07" h="128">
                  <a:moveTo>
                    <a:pt x="0" y="62"/>
                  </a:moveTo>
                  <a:lnTo>
                    <a:pt x="21" y="62"/>
                  </a:lnTo>
                  <a:lnTo>
                    <a:pt x="40" y="59"/>
                  </a:lnTo>
                  <a:lnTo>
                    <a:pt x="61" y="58"/>
                  </a:lnTo>
                  <a:lnTo>
                    <a:pt x="80" y="53"/>
                  </a:lnTo>
                  <a:lnTo>
                    <a:pt x="99" y="49"/>
                  </a:lnTo>
                  <a:lnTo>
                    <a:pt x="117" y="44"/>
                  </a:lnTo>
                  <a:lnTo>
                    <a:pt x="136" y="39"/>
                  </a:lnTo>
                  <a:lnTo>
                    <a:pt x="156" y="33"/>
                  </a:lnTo>
                  <a:lnTo>
                    <a:pt x="173" y="27"/>
                  </a:lnTo>
                  <a:lnTo>
                    <a:pt x="191" y="22"/>
                  </a:lnTo>
                  <a:lnTo>
                    <a:pt x="207" y="18"/>
                  </a:lnTo>
                  <a:lnTo>
                    <a:pt x="222" y="13"/>
                  </a:lnTo>
                  <a:lnTo>
                    <a:pt x="236" y="10"/>
                  </a:lnTo>
                  <a:lnTo>
                    <a:pt x="246" y="7"/>
                  </a:lnTo>
                  <a:lnTo>
                    <a:pt x="255" y="4"/>
                  </a:lnTo>
                  <a:lnTo>
                    <a:pt x="259" y="3"/>
                  </a:lnTo>
                  <a:lnTo>
                    <a:pt x="268" y="3"/>
                  </a:lnTo>
                  <a:lnTo>
                    <a:pt x="276" y="1"/>
                  </a:lnTo>
                  <a:lnTo>
                    <a:pt x="283" y="1"/>
                  </a:lnTo>
                  <a:lnTo>
                    <a:pt x="289" y="0"/>
                  </a:lnTo>
                  <a:lnTo>
                    <a:pt x="295" y="1"/>
                  </a:lnTo>
                  <a:lnTo>
                    <a:pt x="299" y="3"/>
                  </a:lnTo>
                  <a:lnTo>
                    <a:pt x="302" y="6"/>
                  </a:lnTo>
                  <a:lnTo>
                    <a:pt x="305" y="12"/>
                  </a:lnTo>
                  <a:lnTo>
                    <a:pt x="307" y="24"/>
                  </a:lnTo>
                  <a:lnTo>
                    <a:pt x="305" y="33"/>
                  </a:lnTo>
                  <a:lnTo>
                    <a:pt x="301" y="40"/>
                  </a:lnTo>
                  <a:lnTo>
                    <a:pt x="299" y="41"/>
                  </a:lnTo>
                  <a:lnTo>
                    <a:pt x="287" y="49"/>
                  </a:lnTo>
                  <a:lnTo>
                    <a:pt x="273" y="56"/>
                  </a:lnTo>
                  <a:lnTo>
                    <a:pt x="256" y="65"/>
                  </a:lnTo>
                  <a:lnTo>
                    <a:pt x="239" y="71"/>
                  </a:lnTo>
                  <a:lnTo>
                    <a:pt x="219" y="79"/>
                  </a:lnTo>
                  <a:lnTo>
                    <a:pt x="202" y="86"/>
                  </a:lnTo>
                  <a:lnTo>
                    <a:pt x="184" y="92"/>
                  </a:lnTo>
                  <a:lnTo>
                    <a:pt x="167" y="98"/>
                  </a:lnTo>
                  <a:lnTo>
                    <a:pt x="151" y="104"/>
                  </a:lnTo>
                  <a:lnTo>
                    <a:pt x="132" y="108"/>
                  </a:lnTo>
                  <a:lnTo>
                    <a:pt x="111" y="113"/>
                  </a:lnTo>
                  <a:lnTo>
                    <a:pt x="92" y="116"/>
                  </a:lnTo>
                  <a:lnTo>
                    <a:pt x="73" y="120"/>
                  </a:lnTo>
                  <a:lnTo>
                    <a:pt x="56" y="123"/>
                  </a:lnTo>
                  <a:lnTo>
                    <a:pt x="43" y="125"/>
                  </a:lnTo>
                  <a:lnTo>
                    <a:pt x="34" y="128"/>
                  </a:lnTo>
                  <a:lnTo>
                    <a:pt x="19" y="123"/>
                  </a:lnTo>
                  <a:lnTo>
                    <a:pt x="9" y="116"/>
                  </a:lnTo>
                  <a:lnTo>
                    <a:pt x="2" y="107"/>
                  </a:lnTo>
                  <a:lnTo>
                    <a:pt x="0" y="104"/>
                  </a:lnTo>
                  <a:lnTo>
                    <a:pt x="0" y="95"/>
                  </a:lnTo>
                  <a:lnTo>
                    <a:pt x="0" y="83"/>
                  </a:lnTo>
                  <a:lnTo>
                    <a:pt x="0" y="71"/>
                  </a:lnTo>
                  <a:lnTo>
                    <a:pt x="0" y="6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1" name="Freeform 168">
              <a:extLst>
                <a:ext uri="{FF2B5EF4-FFF2-40B4-BE49-F238E27FC236}">
                  <a16:creationId xmlns:a16="http://schemas.microsoft.com/office/drawing/2014/main" id="{1E4DE1D1-4874-4AC6-8246-B8CC0E590522}"/>
                </a:ext>
              </a:extLst>
            </p:cNvPr>
            <p:cNvSpPr>
              <a:spLocks/>
            </p:cNvSpPr>
            <p:nvPr/>
          </p:nvSpPr>
          <p:spPr bwMode="auto">
            <a:xfrm>
              <a:off x="2487" y="2998"/>
              <a:ext cx="98" cy="43"/>
            </a:xfrm>
            <a:custGeom>
              <a:avLst/>
              <a:gdLst>
                <a:gd name="T0" fmla="*/ 0 w 294"/>
                <a:gd name="T1" fmla="*/ 0 h 129"/>
                <a:gd name="T2" fmla="*/ 0 w 294"/>
                <a:gd name="T3" fmla="*/ 0 h 129"/>
                <a:gd name="T4" fmla="*/ 0 w 294"/>
                <a:gd name="T5" fmla="*/ 0 h 129"/>
                <a:gd name="T6" fmla="*/ 0 w 294"/>
                <a:gd name="T7" fmla="*/ 0 h 129"/>
                <a:gd name="T8" fmla="*/ 0 w 294"/>
                <a:gd name="T9" fmla="*/ 0 h 129"/>
                <a:gd name="T10" fmla="*/ 0 w 294"/>
                <a:gd name="T11" fmla="*/ 0 h 129"/>
                <a:gd name="T12" fmla="*/ 0 w 294"/>
                <a:gd name="T13" fmla="*/ 0 h 129"/>
                <a:gd name="T14" fmla="*/ 0 w 294"/>
                <a:gd name="T15" fmla="*/ 0 h 129"/>
                <a:gd name="T16" fmla="*/ 0 w 294"/>
                <a:gd name="T17" fmla="*/ 0 h 129"/>
                <a:gd name="T18" fmla="*/ 0 w 294"/>
                <a:gd name="T19" fmla="*/ 0 h 129"/>
                <a:gd name="T20" fmla="*/ 0 w 294"/>
                <a:gd name="T21" fmla="*/ 0 h 129"/>
                <a:gd name="T22" fmla="*/ 0 w 294"/>
                <a:gd name="T23" fmla="*/ 0 h 129"/>
                <a:gd name="T24" fmla="*/ 0 w 294"/>
                <a:gd name="T25" fmla="*/ 0 h 129"/>
                <a:gd name="T26" fmla="*/ 0 w 294"/>
                <a:gd name="T27" fmla="*/ 0 h 129"/>
                <a:gd name="T28" fmla="*/ 0 w 294"/>
                <a:gd name="T29" fmla="*/ 0 h 129"/>
                <a:gd name="T30" fmla="*/ 0 w 294"/>
                <a:gd name="T31" fmla="*/ 0 h 129"/>
                <a:gd name="T32" fmla="*/ 0 w 294"/>
                <a:gd name="T33" fmla="*/ 0 h 129"/>
                <a:gd name="T34" fmla="*/ 0 w 294"/>
                <a:gd name="T35" fmla="*/ 0 h 129"/>
                <a:gd name="T36" fmla="*/ 0 w 294"/>
                <a:gd name="T37" fmla="*/ 0 h 129"/>
                <a:gd name="T38" fmla="*/ 0 w 294"/>
                <a:gd name="T39" fmla="*/ 0 h 129"/>
                <a:gd name="T40" fmla="*/ 0 w 294"/>
                <a:gd name="T41" fmla="*/ 0 h 129"/>
                <a:gd name="T42" fmla="*/ 0 w 294"/>
                <a:gd name="T43" fmla="*/ 0 h 129"/>
                <a:gd name="T44" fmla="*/ 0 w 294"/>
                <a:gd name="T45" fmla="*/ 0 h 129"/>
                <a:gd name="T46" fmla="*/ 0 w 294"/>
                <a:gd name="T47" fmla="*/ 0 h 129"/>
                <a:gd name="T48" fmla="*/ 0 w 294"/>
                <a:gd name="T49" fmla="*/ 0 h 129"/>
                <a:gd name="T50" fmla="*/ 0 w 294"/>
                <a:gd name="T51" fmla="*/ 0 h 129"/>
                <a:gd name="T52" fmla="*/ 0 w 294"/>
                <a:gd name="T53" fmla="*/ 0 h 129"/>
                <a:gd name="T54" fmla="*/ 0 w 294"/>
                <a:gd name="T55" fmla="*/ 0 h 129"/>
                <a:gd name="T56" fmla="*/ 0 w 294"/>
                <a:gd name="T57" fmla="*/ 0 h 129"/>
                <a:gd name="T58" fmla="*/ 0 w 294"/>
                <a:gd name="T59" fmla="*/ 0 h 129"/>
                <a:gd name="T60" fmla="*/ 0 w 294"/>
                <a:gd name="T61" fmla="*/ 0 h 129"/>
                <a:gd name="T62" fmla="*/ 0 w 294"/>
                <a:gd name="T63" fmla="*/ 0 h 129"/>
                <a:gd name="T64" fmla="*/ 0 w 294"/>
                <a:gd name="T65" fmla="*/ 0 h 129"/>
                <a:gd name="T66" fmla="*/ 0 w 294"/>
                <a:gd name="T67" fmla="*/ 0 h 129"/>
                <a:gd name="T68" fmla="*/ 0 w 294"/>
                <a:gd name="T69" fmla="*/ 0 h 129"/>
                <a:gd name="T70" fmla="*/ 0 w 294"/>
                <a:gd name="T71" fmla="*/ 0 h 129"/>
                <a:gd name="T72" fmla="*/ 0 w 294"/>
                <a:gd name="T73" fmla="*/ 0 h 129"/>
                <a:gd name="T74" fmla="*/ 0 w 294"/>
                <a:gd name="T75" fmla="*/ 0 h 129"/>
                <a:gd name="T76" fmla="*/ 0 w 294"/>
                <a:gd name="T77" fmla="*/ 0 h 129"/>
                <a:gd name="T78" fmla="*/ 0 w 294"/>
                <a:gd name="T79" fmla="*/ 0 h 129"/>
                <a:gd name="T80" fmla="*/ 0 w 294"/>
                <a:gd name="T81" fmla="*/ 0 h 129"/>
                <a:gd name="T82" fmla="*/ 0 w 294"/>
                <a:gd name="T83" fmla="*/ 0 h 129"/>
                <a:gd name="T84" fmla="*/ 0 w 294"/>
                <a:gd name="T85" fmla="*/ 0 h 129"/>
                <a:gd name="T86" fmla="*/ 0 w 294"/>
                <a:gd name="T87" fmla="*/ 0 h 129"/>
                <a:gd name="T88" fmla="*/ 0 w 294"/>
                <a:gd name="T89" fmla="*/ 0 h 129"/>
                <a:gd name="T90" fmla="*/ 0 w 294"/>
                <a:gd name="T91" fmla="*/ 0 h 129"/>
                <a:gd name="T92" fmla="*/ 0 w 294"/>
                <a:gd name="T93" fmla="*/ 0 h 129"/>
                <a:gd name="T94" fmla="*/ 0 w 294"/>
                <a:gd name="T95" fmla="*/ 0 h 129"/>
                <a:gd name="T96" fmla="*/ 0 w 294"/>
                <a:gd name="T97" fmla="*/ 0 h 129"/>
                <a:gd name="T98" fmla="*/ 0 w 294"/>
                <a:gd name="T99" fmla="*/ 0 h 129"/>
                <a:gd name="T100" fmla="*/ 0 w 294"/>
                <a:gd name="T101" fmla="*/ 0 h 129"/>
                <a:gd name="T102" fmla="*/ 0 w 294"/>
                <a:gd name="T103" fmla="*/ 0 h 129"/>
                <a:gd name="T104" fmla="*/ 0 w 294"/>
                <a:gd name="T105" fmla="*/ 0 h 12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94"/>
                <a:gd name="T160" fmla="*/ 0 h 129"/>
                <a:gd name="T161" fmla="*/ 294 w 294"/>
                <a:gd name="T162" fmla="*/ 129 h 12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94" h="129">
                  <a:moveTo>
                    <a:pt x="0" y="73"/>
                  </a:moveTo>
                  <a:lnTo>
                    <a:pt x="0" y="74"/>
                  </a:lnTo>
                  <a:lnTo>
                    <a:pt x="0" y="73"/>
                  </a:lnTo>
                  <a:lnTo>
                    <a:pt x="2" y="86"/>
                  </a:lnTo>
                  <a:lnTo>
                    <a:pt x="5" y="102"/>
                  </a:lnTo>
                  <a:lnTo>
                    <a:pt x="9" y="116"/>
                  </a:lnTo>
                  <a:lnTo>
                    <a:pt x="19" y="123"/>
                  </a:lnTo>
                  <a:lnTo>
                    <a:pt x="28" y="126"/>
                  </a:lnTo>
                  <a:lnTo>
                    <a:pt x="37" y="128"/>
                  </a:lnTo>
                  <a:lnTo>
                    <a:pt x="46" y="129"/>
                  </a:lnTo>
                  <a:lnTo>
                    <a:pt x="55" y="129"/>
                  </a:lnTo>
                  <a:lnTo>
                    <a:pt x="64" y="129"/>
                  </a:lnTo>
                  <a:lnTo>
                    <a:pt x="73" y="128"/>
                  </a:lnTo>
                  <a:lnTo>
                    <a:pt x="80" y="125"/>
                  </a:lnTo>
                  <a:lnTo>
                    <a:pt x="88" y="122"/>
                  </a:lnTo>
                  <a:lnTo>
                    <a:pt x="114" y="108"/>
                  </a:lnTo>
                  <a:lnTo>
                    <a:pt x="141" y="98"/>
                  </a:lnTo>
                  <a:lnTo>
                    <a:pt x="168" y="92"/>
                  </a:lnTo>
                  <a:lnTo>
                    <a:pt x="196" y="85"/>
                  </a:lnTo>
                  <a:lnTo>
                    <a:pt x="221" y="77"/>
                  </a:lnTo>
                  <a:lnTo>
                    <a:pt x="246" y="68"/>
                  </a:lnTo>
                  <a:lnTo>
                    <a:pt x="270" y="53"/>
                  </a:lnTo>
                  <a:lnTo>
                    <a:pt x="291" y="34"/>
                  </a:lnTo>
                  <a:lnTo>
                    <a:pt x="294" y="25"/>
                  </a:lnTo>
                  <a:lnTo>
                    <a:pt x="294" y="16"/>
                  </a:lnTo>
                  <a:lnTo>
                    <a:pt x="289" y="7"/>
                  </a:lnTo>
                  <a:lnTo>
                    <a:pt x="280" y="1"/>
                  </a:lnTo>
                  <a:lnTo>
                    <a:pt x="271" y="0"/>
                  </a:lnTo>
                  <a:lnTo>
                    <a:pt x="262" y="0"/>
                  </a:lnTo>
                  <a:lnTo>
                    <a:pt x="255" y="0"/>
                  </a:lnTo>
                  <a:lnTo>
                    <a:pt x="248" y="0"/>
                  </a:lnTo>
                  <a:lnTo>
                    <a:pt x="246" y="3"/>
                  </a:lnTo>
                  <a:lnTo>
                    <a:pt x="243" y="7"/>
                  </a:lnTo>
                  <a:lnTo>
                    <a:pt x="240" y="9"/>
                  </a:lnTo>
                  <a:lnTo>
                    <a:pt x="239" y="10"/>
                  </a:lnTo>
                  <a:lnTo>
                    <a:pt x="228" y="16"/>
                  </a:lnTo>
                  <a:lnTo>
                    <a:pt x="215" y="21"/>
                  </a:lnTo>
                  <a:lnTo>
                    <a:pt x="203" y="25"/>
                  </a:lnTo>
                  <a:lnTo>
                    <a:pt x="190" y="30"/>
                  </a:lnTo>
                  <a:lnTo>
                    <a:pt x="175" y="34"/>
                  </a:lnTo>
                  <a:lnTo>
                    <a:pt x="160" y="37"/>
                  </a:lnTo>
                  <a:lnTo>
                    <a:pt x="145" y="40"/>
                  </a:lnTo>
                  <a:lnTo>
                    <a:pt x="131" y="44"/>
                  </a:lnTo>
                  <a:lnTo>
                    <a:pt x="122" y="47"/>
                  </a:lnTo>
                  <a:lnTo>
                    <a:pt x="108" y="50"/>
                  </a:lnTo>
                  <a:lnTo>
                    <a:pt x="94" y="55"/>
                  </a:lnTo>
                  <a:lnTo>
                    <a:pt x="76" y="59"/>
                  </a:lnTo>
                  <a:lnTo>
                    <a:pt x="57" y="64"/>
                  </a:lnTo>
                  <a:lnTo>
                    <a:pt x="37" y="68"/>
                  </a:lnTo>
                  <a:lnTo>
                    <a:pt x="18" y="71"/>
                  </a:lnTo>
                  <a:lnTo>
                    <a:pt x="0" y="7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2" name="Freeform 169">
              <a:extLst>
                <a:ext uri="{FF2B5EF4-FFF2-40B4-BE49-F238E27FC236}">
                  <a16:creationId xmlns:a16="http://schemas.microsoft.com/office/drawing/2014/main" id="{BD3C32D5-FBA0-4473-A179-D69CEA5863B3}"/>
                </a:ext>
              </a:extLst>
            </p:cNvPr>
            <p:cNvSpPr>
              <a:spLocks/>
            </p:cNvSpPr>
            <p:nvPr/>
          </p:nvSpPr>
          <p:spPr bwMode="auto">
            <a:xfrm>
              <a:off x="2381" y="2586"/>
              <a:ext cx="24" cy="166"/>
            </a:xfrm>
            <a:custGeom>
              <a:avLst/>
              <a:gdLst>
                <a:gd name="T0" fmla="*/ 0 w 73"/>
                <a:gd name="T1" fmla="*/ 0 h 500"/>
                <a:gd name="T2" fmla="*/ 0 w 73"/>
                <a:gd name="T3" fmla="*/ 0 h 500"/>
                <a:gd name="T4" fmla="*/ 0 w 73"/>
                <a:gd name="T5" fmla="*/ 0 h 500"/>
                <a:gd name="T6" fmla="*/ 0 w 73"/>
                <a:gd name="T7" fmla="*/ 0 h 500"/>
                <a:gd name="T8" fmla="*/ 0 w 73"/>
                <a:gd name="T9" fmla="*/ 0 h 500"/>
                <a:gd name="T10" fmla="*/ 0 w 73"/>
                <a:gd name="T11" fmla="*/ 0 h 500"/>
                <a:gd name="T12" fmla="*/ 0 w 73"/>
                <a:gd name="T13" fmla="*/ 0 h 500"/>
                <a:gd name="T14" fmla="*/ 0 w 73"/>
                <a:gd name="T15" fmla="*/ 0 h 500"/>
                <a:gd name="T16" fmla="*/ 0 w 73"/>
                <a:gd name="T17" fmla="*/ 0 h 500"/>
                <a:gd name="T18" fmla="*/ 0 w 73"/>
                <a:gd name="T19" fmla="*/ 0 h 500"/>
                <a:gd name="T20" fmla="*/ 0 w 73"/>
                <a:gd name="T21" fmla="*/ 0 h 500"/>
                <a:gd name="T22" fmla="*/ 0 w 73"/>
                <a:gd name="T23" fmla="*/ 0 h 500"/>
                <a:gd name="T24" fmla="*/ 0 w 73"/>
                <a:gd name="T25" fmla="*/ 0 h 500"/>
                <a:gd name="T26" fmla="*/ 0 w 73"/>
                <a:gd name="T27" fmla="*/ 0 h 500"/>
                <a:gd name="T28" fmla="*/ 0 w 73"/>
                <a:gd name="T29" fmla="*/ 0 h 500"/>
                <a:gd name="T30" fmla="*/ 0 w 73"/>
                <a:gd name="T31" fmla="*/ 0 h 500"/>
                <a:gd name="T32" fmla="*/ 0 w 73"/>
                <a:gd name="T33" fmla="*/ 0 h 500"/>
                <a:gd name="T34" fmla="*/ 0 w 73"/>
                <a:gd name="T35" fmla="*/ 0 h 500"/>
                <a:gd name="T36" fmla="*/ 0 w 73"/>
                <a:gd name="T37" fmla="*/ 0 h 500"/>
                <a:gd name="T38" fmla="*/ 0 w 73"/>
                <a:gd name="T39" fmla="*/ 0 h 500"/>
                <a:gd name="T40" fmla="*/ 0 w 73"/>
                <a:gd name="T41" fmla="*/ 0 h 500"/>
                <a:gd name="T42" fmla="*/ 0 w 73"/>
                <a:gd name="T43" fmla="*/ 0 h 500"/>
                <a:gd name="T44" fmla="*/ 0 w 73"/>
                <a:gd name="T45" fmla="*/ 0 h 500"/>
                <a:gd name="T46" fmla="*/ 0 w 73"/>
                <a:gd name="T47" fmla="*/ 0 h 500"/>
                <a:gd name="T48" fmla="*/ 0 w 73"/>
                <a:gd name="T49" fmla="*/ 0 h 500"/>
                <a:gd name="T50" fmla="*/ 0 w 73"/>
                <a:gd name="T51" fmla="*/ 0 h 500"/>
                <a:gd name="T52" fmla="*/ 0 w 73"/>
                <a:gd name="T53" fmla="*/ 0 h 500"/>
                <a:gd name="T54" fmla="*/ 0 w 73"/>
                <a:gd name="T55" fmla="*/ 0 h 500"/>
                <a:gd name="T56" fmla="*/ 0 w 73"/>
                <a:gd name="T57" fmla="*/ 0 h 500"/>
                <a:gd name="T58" fmla="*/ 0 w 73"/>
                <a:gd name="T59" fmla="*/ 0 h 500"/>
                <a:gd name="T60" fmla="*/ 0 w 73"/>
                <a:gd name="T61" fmla="*/ 0 h 500"/>
                <a:gd name="T62" fmla="*/ 0 w 73"/>
                <a:gd name="T63" fmla="*/ 0 h 500"/>
                <a:gd name="T64" fmla="*/ 0 w 73"/>
                <a:gd name="T65" fmla="*/ 0 h 500"/>
                <a:gd name="T66" fmla="*/ 0 w 73"/>
                <a:gd name="T67" fmla="*/ 0 h 500"/>
                <a:gd name="T68" fmla="*/ 0 w 73"/>
                <a:gd name="T69" fmla="*/ 0 h 500"/>
                <a:gd name="T70" fmla="*/ 0 w 73"/>
                <a:gd name="T71" fmla="*/ 0 h 500"/>
                <a:gd name="T72" fmla="*/ 0 w 73"/>
                <a:gd name="T73" fmla="*/ 0 h 500"/>
                <a:gd name="T74" fmla="*/ 0 w 73"/>
                <a:gd name="T75" fmla="*/ 0 h 500"/>
                <a:gd name="T76" fmla="*/ 0 w 73"/>
                <a:gd name="T77" fmla="*/ 0 h 500"/>
                <a:gd name="T78" fmla="*/ 0 w 73"/>
                <a:gd name="T79" fmla="*/ 0 h 500"/>
                <a:gd name="T80" fmla="*/ 0 w 73"/>
                <a:gd name="T81" fmla="*/ 0 h 500"/>
                <a:gd name="T82" fmla="*/ 0 w 73"/>
                <a:gd name="T83" fmla="*/ 0 h 500"/>
                <a:gd name="T84" fmla="*/ 0 w 73"/>
                <a:gd name="T85" fmla="*/ 0 h 500"/>
                <a:gd name="T86" fmla="*/ 0 w 73"/>
                <a:gd name="T87" fmla="*/ 0 h 500"/>
                <a:gd name="T88" fmla="*/ 0 w 73"/>
                <a:gd name="T89" fmla="*/ 0 h 500"/>
                <a:gd name="T90" fmla="*/ 0 w 73"/>
                <a:gd name="T91" fmla="*/ 0 h 500"/>
                <a:gd name="T92" fmla="*/ 0 w 73"/>
                <a:gd name="T93" fmla="*/ 0 h 500"/>
                <a:gd name="T94" fmla="*/ 0 w 73"/>
                <a:gd name="T95" fmla="*/ 0 h 500"/>
                <a:gd name="T96" fmla="*/ 0 w 73"/>
                <a:gd name="T97" fmla="*/ 0 h 500"/>
                <a:gd name="T98" fmla="*/ 0 w 73"/>
                <a:gd name="T99" fmla="*/ 0 h 500"/>
                <a:gd name="T100" fmla="*/ 0 w 73"/>
                <a:gd name="T101" fmla="*/ 0 h 500"/>
                <a:gd name="T102" fmla="*/ 0 w 73"/>
                <a:gd name="T103" fmla="*/ 0 h 500"/>
                <a:gd name="T104" fmla="*/ 0 w 73"/>
                <a:gd name="T105" fmla="*/ 0 h 5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3"/>
                <a:gd name="T160" fmla="*/ 0 h 500"/>
                <a:gd name="T161" fmla="*/ 73 w 73"/>
                <a:gd name="T162" fmla="*/ 500 h 5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3" h="500">
                  <a:moveTo>
                    <a:pt x="12" y="494"/>
                  </a:moveTo>
                  <a:lnTo>
                    <a:pt x="13" y="462"/>
                  </a:lnTo>
                  <a:lnTo>
                    <a:pt x="15" y="433"/>
                  </a:lnTo>
                  <a:lnTo>
                    <a:pt x="19" y="403"/>
                  </a:lnTo>
                  <a:lnTo>
                    <a:pt x="27" y="373"/>
                  </a:lnTo>
                  <a:lnTo>
                    <a:pt x="34" y="344"/>
                  </a:lnTo>
                  <a:lnTo>
                    <a:pt x="45" y="314"/>
                  </a:lnTo>
                  <a:lnTo>
                    <a:pt x="55" y="286"/>
                  </a:lnTo>
                  <a:lnTo>
                    <a:pt x="68" y="258"/>
                  </a:lnTo>
                  <a:lnTo>
                    <a:pt x="68" y="256"/>
                  </a:lnTo>
                  <a:lnTo>
                    <a:pt x="68" y="255"/>
                  </a:lnTo>
                  <a:lnTo>
                    <a:pt x="59" y="181"/>
                  </a:lnTo>
                  <a:lnTo>
                    <a:pt x="56" y="118"/>
                  </a:lnTo>
                  <a:lnTo>
                    <a:pt x="61" y="62"/>
                  </a:lnTo>
                  <a:lnTo>
                    <a:pt x="73" y="7"/>
                  </a:lnTo>
                  <a:lnTo>
                    <a:pt x="73" y="5"/>
                  </a:lnTo>
                  <a:lnTo>
                    <a:pt x="73" y="3"/>
                  </a:lnTo>
                  <a:lnTo>
                    <a:pt x="71" y="1"/>
                  </a:lnTo>
                  <a:lnTo>
                    <a:pt x="68" y="0"/>
                  </a:lnTo>
                  <a:lnTo>
                    <a:pt x="67" y="0"/>
                  </a:lnTo>
                  <a:lnTo>
                    <a:pt x="64" y="1"/>
                  </a:lnTo>
                  <a:lnTo>
                    <a:pt x="62" y="3"/>
                  </a:lnTo>
                  <a:lnTo>
                    <a:pt x="61" y="4"/>
                  </a:lnTo>
                  <a:lnTo>
                    <a:pt x="49" y="66"/>
                  </a:lnTo>
                  <a:lnTo>
                    <a:pt x="45" y="126"/>
                  </a:lnTo>
                  <a:lnTo>
                    <a:pt x="48" y="188"/>
                  </a:lnTo>
                  <a:lnTo>
                    <a:pt x="56" y="256"/>
                  </a:lnTo>
                  <a:lnTo>
                    <a:pt x="56" y="255"/>
                  </a:lnTo>
                  <a:lnTo>
                    <a:pt x="58" y="253"/>
                  </a:lnTo>
                  <a:lnTo>
                    <a:pt x="45" y="281"/>
                  </a:lnTo>
                  <a:lnTo>
                    <a:pt x="33" y="311"/>
                  </a:lnTo>
                  <a:lnTo>
                    <a:pt x="22" y="341"/>
                  </a:lnTo>
                  <a:lnTo>
                    <a:pt x="15" y="370"/>
                  </a:lnTo>
                  <a:lnTo>
                    <a:pt x="8" y="400"/>
                  </a:lnTo>
                  <a:lnTo>
                    <a:pt x="3" y="431"/>
                  </a:lnTo>
                  <a:lnTo>
                    <a:pt x="2" y="462"/>
                  </a:lnTo>
                  <a:lnTo>
                    <a:pt x="0" y="494"/>
                  </a:lnTo>
                  <a:lnTo>
                    <a:pt x="0" y="495"/>
                  </a:lnTo>
                  <a:lnTo>
                    <a:pt x="2" y="498"/>
                  </a:lnTo>
                  <a:lnTo>
                    <a:pt x="3" y="500"/>
                  </a:lnTo>
                  <a:lnTo>
                    <a:pt x="6" y="500"/>
                  </a:lnTo>
                  <a:lnTo>
                    <a:pt x="8" y="500"/>
                  </a:lnTo>
                  <a:lnTo>
                    <a:pt x="11" y="498"/>
                  </a:lnTo>
                  <a:lnTo>
                    <a:pt x="12" y="495"/>
                  </a:lnTo>
                  <a:lnTo>
                    <a:pt x="12" y="49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3" name="Freeform 170">
              <a:extLst>
                <a:ext uri="{FF2B5EF4-FFF2-40B4-BE49-F238E27FC236}">
                  <a16:creationId xmlns:a16="http://schemas.microsoft.com/office/drawing/2014/main" id="{1A80D9A8-7D7B-49E6-A984-84BBBECD4130}"/>
                </a:ext>
              </a:extLst>
            </p:cNvPr>
            <p:cNvSpPr>
              <a:spLocks/>
            </p:cNvSpPr>
            <p:nvPr/>
          </p:nvSpPr>
          <p:spPr bwMode="auto">
            <a:xfrm>
              <a:off x="2490" y="2587"/>
              <a:ext cx="44" cy="187"/>
            </a:xfrm>
            <a:custGeom>
              <a:avLst/>
              <a:gdLst>
                <a:gd name="T0" fmla="*/ 0 w 130"/>
                <a:gd name="T1" fmla="*/ 0 h 561"/>
                <a:gd name="T2" fmla="*/ 0 w 130"/>
                <a:gd name="T3" fmla="*/ 0 h 561"/>
                <a:gd name="T4" fmla="*/ 0 w 130"/>
                <a:gd name="T5" fmla="*/ 0 h 561"/>
                <a:gd name="T6" fmla="*/ 0 w 130"/>
                <a:gd name="T7" fmla="*/ 0 h 561"/>
                <a:gd name="T8" fmla="*/ 0 w 130"/>
                <a:gd name="T9" fmla="*/ 0 h 561"/>
                <a:gd name="T10" fmla="*/ 0 w 130"/>
                <a:gd name="T11" fmla="*/ 0 h 561"/>
                <a:gd name="T12" fmla="*/ 0 w 130"/>
                <a:gd name="T13" fmla="*/ 0 h 561"/>
                <a:gd name="T14" fmla="*/ 0 w 130"/>
                <a:gd name="T15" fmla="*/ 0 h 561"/>
                <a:gd name="T16" fmla="*/ 0 w 130"/>
                <a:gd name="T17" fmla="*/ 0 h 561"/>
                <a:gd name="T18" fmla="*/ 0 w 130"/>
                <a:gd name="T19" fmla="*/ 0 h 561"/>
                <a:gd name="T20" fmla="*/ 0 w 130"/>
                <a:gd name="T21" fmla="*/ 0 h 561"/>
                <a:gd name="T22" fmla="*/ 0 w 130"/>
                <a:gd name="T23" fmla="*/ 0 h 561"/>
                <a:gd name="T24" fmla="*/ 0 w 130"/>
                <a:gd name="T25" fmla="*/ 0 h 561"/>
                <a:gd name="T26" fmla="*/ 0 w 130"/>
                <a:gd name="T27" fmla="*/ 0 h 561"/>
                <a:gd name="T28" fmla="*/ 0 w 130"/>
                <a:gd name="T29" fmla="*/ 0 h 561"/>
                <a:gd name="T30" fmla="*/ 0 w 130"/>
                <a:gd name="T31" fmla="*/ 0 h 561"/>
                <a:gd name="T32" fmla="*/ 0 w 130"/>
                <a:gd name="T33" fmla="*/ 0 h 561"/>
                <a:gd name="T34" fmla="*/ 0 w 130"/>
                <a:gd name="T35" fmla="*/ 0 h 561"/>
                <a:gd name="T36" fmla="*/ 0 w 130"/>
                <a:gd name="T37" fmla="*/ 0 h 561"/>
                <a:gd name="T38" fmla="*/ 0 w 130"/>
                <a:gd name="T39" fmla="*/ 0 h 561"/>
                <a:gd name="T40" fmla="*/ 0 w 130"/>
                <a:gd name="T41" fmla="*/ 0 h 561"/>
                <a:gd name="T42" fmla="*/ 0 w 130"/>
                <a:gd name="T43" fmla="*/ 0 h 561"/>
                <a:gd name="T44" fmla="*/ 0 w 130"/>
                <a:gd name="T45" fmla="*/ 0 h 561"/>
                <a:gd name="T46" fmla="*/ 0 w 130"/>
                <a:gd name="T47" fmla="*/ 0 h 561"/>
                <a:gd name="T48" fmla="*/ 0 w 130"/>
                <a:gd name="T49" fmla="*/ 0 h 561"/>
                <a:gd name="T50" fmla="*/ 0 w 130"/>
                <a:gd name="T51" fmla="*/ 0 h 561"/>
                <a:gd name="T52" fmla="*/ 0 w 130"/>
                <a:gd name="T53" fmla="*/ 0 h 561"/>
                <a:gd name="T54" fmla="*/ 0 w 130"/>
                <a:gd name="T55" fmla="*/ 0 h 561"/>
                <a:gd name="T56" fmla="*/ 0 w 130"/>
                <a:gd name="T57" fmla="*/ 0 h 561"/>
                <a:gd name="T58" fmla="*/ 0 w 130"/>
                <a:gd name="T59" fmla="*/ 0 h 561"/>
                <a:gd name="T60" fmla="*/ 0 w 130"/>
                <a:gd name="T61" fmla="*/ 0 h 561"/>
                <a:gd name="T62" fmla="*/ 0 w 130"/>
                <a:gd name="T63" fmla="*/ 0 h 561"/>
                <a:gd name="T64" fmla="*/ 0 w 130"/>
                <a:gd name="T65" fmla="*/ 0 h 561"/>
                <a:gd name="T66" fmla="*/ 0 w 130"/>
                <a:gd name="T67" fmla="*/ 0 h 561"/>
                <a:gd name="T68" fmla="*/ 0 w 130"/>
                <a:gd name="T69" fmla="*/ 0 h 561"/>
                <a:gd name="T70" fmla="*/ 0 w 130"/>
                <a:gd name="T71" fmla="*/ 0 h 561"/>
                <a:gd name="T72" fmla="*/ 0 w 130"/>
                <a:gd name="T73" fmla="*/ 0 h 561"/>
                <a:gd name="T74" fmla="*/ 0 w 130"/>
                <a:gd name="T75" fmla="*/ 0 h 561"/>
                <a:gd name="T76" fmla="*/ 0 w 130"/>
                <a:gd name="T77" fmla="*/ 0 h 561"/>
                <a:gd name="T78" fmla="*/ 0 w 130"/>
                <a:gd name="T79" fmla="*/ 0 h 561"/>
                <a:gd name="T80" fmla="*/ 0 w 130"/>
                <a:gd name="T81" fmla="*/ 0 h 561"/>
                <a:gd name="T82" fmla="*/ 0 w 130"/>
                <a:gd name="T83" fmla="*/ 0 h 56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0"/>
                <a:gd name="T127" fmla="*/ 0 h 561"/>
                <a:gd name="T128" fmla="*/ 130 w 130"/>
                <a:gd name="T129" fmla="*/ 561 h 56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0" h="561">
                  <a:moveTo>
                    <a:pt x="19" y="6"/>
                  </a:moveTo>
                  <a:lnTo>
                    <a:pt x="17" y="17"/>
                  </a:lnTo>
                  <a:lnTo>
                    <a:pt x="14" y="29"/>
                  </a:lnTo>
                  <a:lnTo>
                    <a:pt x="13" y="39"/>
                  </a:lnTo>
                  <a:lnTo>
                    <a:pt x="10" y="51"/>
                  </a:lnTo>
                  <a:lnTo>
                    <a:pt x="7" y="70"/>
                  </a:lnTo>
                  <a:lnTo>
                    <a:pt x="3" y="89"/>
                  </a:lnTo>
                  <a:lnTo>
                    <a:pt x="1" y="110"/>
                  </a:lnTo>
                  <a:lnTo>
                    <a:pt x="0" y="130"/>
                  </a:lnTo>
                  <a:lnTo>
                    <a:pt x="1" y="146"/>
                  </a:lnTo>
                  <a:lnTo>
                    <a:pt x="3" y="162"/>
                  </a:lnTo>
                  <a:lnTo>
                    <a:pt x="6" y="179"/>
                  </a:lnTo>
                  <a:lnTo>
                    <a:pt x="8" y="193"/>
                  </a:lnTo>
                  <a:lnTo>
                    <a:pt x="11" y="205"/>
                  </a:lnTo>
                  <a:lnTo>
                    <a:pt x="14" y="220"/>
                  </a:lnTo>
                  <a:lnTo>
                    <a:pt x="16" y="235"/>
                  </a:lnTo>
                  <a:lnTo>
                    <a:pt x="19" y="251"/>
                  </a:lnTo>
                  <a:lnTo>
                    <a:pt x="22" y="273"/>
                  </a:lnTo>
                  <a:lnTo>
                    <a:pt x="28" y="299"/>
                  </a:lnTo>
                  <a:lnTo>
                    <a:pt x="34" y="325"/>
                  </a:lnTo>
                  <a:lnTo>
                    <a:pt x="41" y="355"/>
                  </a:lnTo>
                  <a:lnTo>
                    <a:pt x="48" y="383"/>
                  </a:lnTo>
                  <a:lnTo>
                    <a:pt x="57" y="410"/>
                  </a:lnTo>
                  <a:lnTo>
                    <a:pt x="65" y="434"/>
                  </a:lnTo>
                  <a:lnTo>
                    <a:pt x="72" y="454"/>
                  </a:lnTo>
                  <a:lnTo>
                    <a:pt x="75" y="465"/>
                  </a:lnTo>
                  <a:lnTo>
                    <a:pt x="78" y="474"/>
                  </a:lnTo>
                  <a:lnTo>
                    <a:pt x="81" y="483"/>
                  </a:lnTo>
                  <a:lnTo>
                    <a:pt x="84" y="490"/>
                  </a:lnTo>
                  <a:lnTo>
                    <a:pt x="93" y="512"/>
                  </a:lnTo>
                  <a:lnTo>
                    <a:pt x="100" y="532"/>
                  </a:lnTo>
                  <a:lnTo>
                    <a:pt x="109" y="548"/>
                  </a:lnTo>
                  <a:lnTo>
                    <a:pt x="120" y="560"/>
                  </a:lnTo>
                  <a:lnTo>
                    <a:pt x="123" y="561"/>
                  </a:lnTo>
                  <a:lnTo>
                    <a:pt x="124" y="561"/>
                  </a:lnTo>
                  <a:lnTo>
                    <a:pt x="127" y="561"/>
                  </a:lnTo>
                  <a:lnTo>
                    <a:pt x="128" y="560"/>
                  </a:lnTo>
                  <a:lnTo>
                    <a:pt x="130" y="557"/>
                  </a:lnTo>
                  <a:lnTo>
                    <a:pt x="130" y="555"/>
                  </a:lnTo>
                  <a:lnTo>
                    <a:pt x="128" y="552"/>
                  </a:lnTo>
                  <a:lnTo>
                    <a:pt x="127" y="551"/>
                  </a:lnTo>
                  <a:lnTo>
                    <a:pt x="118" y="541"/>
                  </a:lnTo>
                  <a:lnTo>
                    <a:pt x="111" y="526"/>
                  </a:lnTo>
                  <a:lnTo>
                    <a:pt x="103" y="508"/>
                  </a:lnTo>
                  <a:lnTo>
                    <a:pt x="96" y="487"/>
                  </a:lnTo>
                  <a:lnTo>
                    <a:pt x="93" y="478"/>
                  </a:lnTo>
                  <a:lnTo>
                    <a:pt x="90" y="469"/>
                  </a:lnTo>
                  <a:lnTo>
                    <a:pt x="87" y="460"/>
                  </a:lnTo>
                  <a:lnTo>
                    <a:pt x="84" y="452"/>
                  </a:lnTo>
                  <a:lnTo>
                    <a:pt x="77" y="431"/>
                  </a:lnTo>
                  <a:lnTo>
                    <a:pt x="68" y="407"/>
                  </a:lnTo>
                  <a:lnTo>
                    <a:pt x="60" y="380"/>
                  </a:lnTo>
                  <a:lnTo>
                    <a:pt x="53" y="352"/>
                  </a:lnTo>
                  <a:lnTo>
                    <a:pt x="46" y="324"/>
                  </a:lnTo>
                  <a:lnTo>
                    <a:pt x="38" y="296"/>
                  </a:lnTo>
                  <a:lnTo>
                    <a:pt x="34" y="272"/>
                  </a:lnTo>
                  <a:lnTo>
                    <a:pt x="31" y="250"/>
                  </a:lnTo>
                  <a:lnTo>
                    <a:pt x="28" y="233"/>
                  </a:lnTo>
                  <a:lnTo>
                    <a:pt x="26" y="217"/>
                  </a:lnTo>
                  <a:lnTo>
                    <a:pt x="23" y="204"/>
                  </a:lnTo>
                  <a:lnTo>
                    <a:pt x="20" y="190"/>
                  </a:lnTo>
                  <a:lnTo>
                    <a:pt x="16" y="176"/>
                  </a:lnTo>
                  <a:lnTo>
                    <a:pt x="14" y="161"/>
                  </a:lnTo>
                  <a:lnTo>
                    <a:pt x="11" y="146"/>
                  </a:lnTo>
                  <a:lnTo>
                    <a:pt x="11" y="130"/>
                  </a:lnTo>
                  <a:lnTo>
                    <a:pt x="13" y="110"/>
                  </a:lnTo>
                  <a:lnTo>
                    <a:pt x="14" y="91"/>
                  </a:lnTo>
                  <a:lnTo>
                    <a:pt x="17" y="72"/>
                  </a:lnTo>
                  <a:lnTo>
                    <a:pt x="22" y="52"/>
                  </a:lnTo>
                  <a:lnTo>
                    <a:pt x="25" y="41"/>
                  </a:lnTo>
                  <a:lnTo>
                    <a:pt x="26" y="30"/>
                  </a:lnTo>
                  <a:lnTo>
                    <a:pt x="29" y="18"/>
                  </a:lnTo>
                  <a:lnTo>
                    <a:pt x="31" y="8"/>
                  </a:lnTo>
                  <a:lnTo>
                    <a:pt x="31" y="6"/>
                  </a:lnTo>
                  <a:lnTo>
                    <a:pt x="29" y="3"/>
                  </a:lnTo>
                  <a:lnTo>
                    <a:pt x="28" y="2"/>
                  </a:lnTo>
                  <a:lnTo>
                    <a:pt x="25" y="0"/>
                  </a:lnTo>
                  <a:lnTo>
                    <a:pt x="23" y="0"/>
                  </a:lnTo>
                  <a:lnTo>
                    <a:pt x="20" y="2"/>
                  </a:lnTo>
                  <a:lnTo>
                    <a:pt x="19" y="5"/>
                  </a:lnTo>
                  <a:lnTo>
                    <a:pt x="19"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4" name="Freeform 171">
              <a:extLst>
                <a:ext uri="{FF2B5EF4-FFF2-40B4-BE49-F238E27FC236}">
                  <a16:creationId xmlns:a16="http://schemas.microsoft.com/office/drawing/2014/main" id="{6441149F-0F7A-4AD3-BC9D-AB46765DE2B6}"/>
                </a:ext>
              </a:extLst>
            </p:cNvPr>
            <p:cNvSpPr>
              <a:spLocks/>
            </p:cNvSpPr>
            <p:nvPr/>
          </p:nvSpPr>
          <p:spPr bwMode="auto">
            <a:xfrm>
              <a:off x="2439" y="2469"/>
              <a:ext cx="89" cy="71"/>
            </a:xfrm>
            <a:custGeom>
              <a:avLst/>
              <a:gdLst>
                <a:gd name="T0" fmla="*/ 0 w 269"/>
                <a:gd name="T1" fmla="*/ 0 h 213"/>
                <a:gd name="T2" fmla="*/ 0 w 269"/>
                <a:gd name="T3" fmla="*/ 0 h 213"/>
                <a:gd name="T4" fmla="*/ 0 w 269"/>
                <a:gd name="T5" fmla="*/ 0 h 213"/>
                <a:gd name="T6" fmla="*/ 0 w 269"/>
                <a:gd name="T7" fmla="*/ 0 h 213"/>
                <a:gd name="T8" fmla="*/ 0 w 269"/>
                <a:gd name="T9" fmla="*/ 0 h 213"/>
                <a:gd name="T10" fmla="*/ 0 w 269"/>
                <a:gd name="T11" fmla="*/ 0 h 213"/>
                <a:gd name="T12" fmla="*/ 0 w 269"/>
                <a:gd name="T13" fmla="*/ 0 h 213"/>
                <a:gd name="T14" fmla="*/ 0 w 269"/>
                <a:gd name="T15" fmla="*/ 0 h 213"/>
                <a:gd name="T16" fmla="*/ 0 w 269"/>
                <a:gd name="T17" fmla="*/ 0 h 213"/>
                <a:gd name="T18" fmla="*/ 0 w 269"/>
                <a:gd name="T19" fmla="*/ 0 h 213"/>
                <a:gd name="T20" fmla="*/ 0 w 269"/>
                <a:gd name="T21" fmla="*/ 0 h 213"/>
                <a:gd name="T22" fmla="*/ 0 w 269"/>
                <a:gd name="T23" fmla="*/ 0 h 213"/>
                <a:gd name="T24" fmla="*/ 0 w 269"/>
                <a:gd name="T25" fmla="*/ 0 h 213"/>
                <a:gd name="T26" fmla="*/ 0 w 269"/>
                <a:gd name="T27" fmla="*/ 0 h 213"/>
                <a:gd name="T28" fmla="*/ 0 w 269"/>
                <a:gd name="T29" fmla="*/ 0 h 213"/>
                <a:gd name="T30" fmla="*/ 0 w 269"/>
                <a:gd name="T31" fmla="*/ 0 h 213"/>
                <a:gd name="T32" fmla="*/ 0 w 269"/>
                <a:gd name="T33" fmla="*/ 0 h 213"/>
                <a:gd name="T34" fmla="*/ 0 w 269"/>
                <a:gd name="T35" fmla="*/ 0 h 213"/>
                <a:gd name="T36" fmla="*/ 0 w 269"/>
                <a:gd name="T37" fmla="*/ 0 h 213"/>
                <a:gd name="T38" fmla="*/ 0 w 269"/>
                <a:gd name="T39" fmla="*/ 0 h 213"/>
                <a:gd name="T40" fmla="*/ 0 w 269"/>
                <a:gd name="T41" fmla="*/ 0 h 213"/>
                <a:gd name="T42" fmla="*/ 0 w 269"/>
                <a:gd name="T43" fmla="*/ 0 h 213"/>
                <a:gd name="T44" fmla="*/ 0 w 269"/>
                <a:gd name="T45" fmla="*/ 0 h 213"/>
                <a:gd name="T46" fmla="*/ 0 w 269"/>
                <a:gd name="T47" fmla="*/ 0 h 213"/>
                <a:gd name="T48" fmla="*/ 0 w 269"/>
                <a:gd name="T49" fmla="*/ 0 h 213"/>
                <a:gd name="T50" fmla="*/ 0 w 269"/>
                <a:gd name="T51" fmla="*/ 0 h 213"/>
                <a:gd name="T52" fmla="*/ 0 w 269"/>
                <a:gd name="T53" fmla="*/ 0 h 213"/>
                <a:gd name="T54" fmla="*/ 0 w 269"/>
                <a:gd name="T55" fmla="*/ 0 h 213"/>
                <a:gd name="T56" fmla="*/ 0 w 269"/>
                <a:gd name="T57" fmla="*/ 0 h 213"/>
                <a:gd name="T58" fmla="*/ 0 w 269"/>
                <a:gd name="T59" fmla="*/ 0 h 213"/>
                <a:gd name="T60" fmla="*/ 0 w 269"/>
                <a:gd name="T61" fmla="*/ 0 h 213"/>
                <a:gd name="T62" fmla="*/ 0 w 269"/>
                <a:gd name="T63" fmla="*/ 0 h 213"/>
                <a:gd name="T64" fmla="*/ 0 w 269"/>
                <a:gd name="T65" fmla="*/ 0 h 213"/>
                <a:gd name="T66" fmla="*/ 0 w 269"/>
                <a:gd name="T67" fmla="*/ 0 h 21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9"/>
                <a:gd name="T103" fmla="*/ 0 h 213"/>
                <a:gd name="T104" fmla="*/ 269 w 269"/>
                <a:gd name="T105" fmla="*/ 213 h 21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9" h="213">
                  <a:moveTo>
                    <a:pt x="0" y="210"/>
                  </a:moveTo>
                  <a:lnTo>
                    <a:pt x="12" y="207"/>
                  </a:lnTo>
                  <a:lnTo>
                    <a:pt x="24" y="205"/>
                  </a:lnTo>
                  <a:lnTo>
                    <a:pt x="38" y="204"/>
                  </a:lnTo>
                  <a:lnTo>
                    <a:pt x="49" y="202"/>
                  </a:lnTo>
                  <a:lnTo>
                    <a:pt x="63" y="201"/>
                  </a:lnTo>
                  <a:lnTo>
                    <a:pt x="75" y="199"/>
                  </a:lnTo>
                  <a:lnTo>
                    <a:pt x="88" y="199"/>
                  </a:lnTo>
                  <a:lnTo>
                    <a:pt x="100" y="199"/>
                  </a:lnTo>
                  <a:lnTo>
                    <a:pt x="115" y="199"/>
                  </a:lnTo>
                  <a:lnTo>
                    <a:pt x="128" y="201"/>
                  </a:lnTo>
                  <a:lnTo>
                    <a:pt x="143" y="202"/>
                  </a:lnTo>
                  <a:lnTo>
                    <a:pt x="158" y="204"/>
                  </a:lnTo>
                  <a:lnTo>
                    <a:pt x="171" y="205"/>
                  </a:lnTo>
                  <a:lnTo>
                    <a:pt x="184" y="207"/>
                  </a:lnTo>
                  <a:lnTo>
                    <a:pt x="198" y="210"/>
                  </a:lnTo>
                  <a:lnTo>
                    <a:pt x="209" y="213"/>
                  </a:lnTo>
                  <a:lnTo>
                    <a:pt x="217" y="201"/>
                  </a:lnTo>
                  <a:lnTo>
                    <a:pt x="226" y="195"/>
                  </a:lnTo>
                  <a:lnTo>
                    <a:pt x="235" y="193"/>
                  </a:lnTo>
                  <a:lnTo>
                    <a:pt x="245" y="190"/>
                  </a:lnTo>
                  <a:lnTo>
                    <a:pt x="257" y="174"/>
                  </a:lnTo>
                  <a:lnTo>
                    <a:pt x="257" y="153"/>
                  </a:lnTo>
                  <a:lnTo>
                    <a:pt x="255" y="134"/>
                  </a:lnTo>
                  <a:lnTo>
                    <a:pt x="264" y="121"/>
                  </a:lnTo>
                  <a:lnTo>
                    <a:pt x="269" y="115"/>
                  </a:lnTo>
                  <a:lnTo>
                    <a:pt x="263" y="106"/>
                  </a:lnTo>
                  <a:lnTo>
                    <a:pt x="252" y="91"/>
                  </a:lnTo>
                  <a:lnTo>
                    <a:pt x="246" y="69"/>
                  </a:lnTo>
                  <a:lnTo>
                    <a:pt x="243" y="52"/>
                  </a:lnTo>
                  <a:lnTo>
                    <a:pt x="239" y="36"/>
                  </a:lnTo>
                  <a:lnTo>
                    <a:pt x="229" y="20"/>
                  </a:lnTo>
                  <a:lnTo>
                    <a:pt x="212" y="0"/>
                  </a:lnTo>
                  <a:lnTo>
                    <a:pt x="205" y="8"/>
                  </a:lnTo>
                  <a:lnTo>
                    <a:pt x="193" y="14"/>
                  </a:lnTo>
                  <a:lnTo>
                    <a:pt x="180" y="18"/>
                  </a:lnTo>
                  <a:lnTo>
                    <a:pt x="165" y="21"/>
                  </a:lnTo>
                  <a:lnTo>
                    <a:pt x="152" y="26"/>
                  </a:lnTo>
                  <a:lnTo>
                    <a:pt x="140" y="29"/>
                  </a:lnTo>
                  <a:lnTo>
                    <a:pt x="131" y="35"/>
                  </a:lnTo>
                  <a:lnTo>
                    <a:pt x="128" y="42"/>
                  </a:lnTo>
                  <a:lnTo>
                    <a:pt x="129" y="61"/>
                  </a:lnTo>
                  <a:lnTo>
                    <a:pt x="132" y="78"/>
                  </a:lnTo>
                  <a:lnTo>
                    <a:pt x="129" y="89"/>
                  </a:lnTo>
                  <a:lnTo>
                    <a:pt x="113" y="91"/>
                  </a:lnTo>
                  <a:lnTo>
                    <a:pt x="91" y="95"/>
                  </a:lnTo>
                  <a:lnTo>
                    <a:pt x="85" y="115"/>
                  </a:lnTo>
                  <a:lnTo>
                    <a:pt x="89" y="140"/>
                  </a:lnTo>
                  <a:lnTo>
                    <a:pt x="101" y="159"/>
                  </a:lnTo>
                  <a:lnTo>
                    <a:pt x="91" y="164"/>
                  </a:lnTo>
                  <a:lnTo>
                    <a:pt x="83" y="168"/>
                  </a:lnTo>
                  <a:lnTo>
                    <a:pt x="78" y="172"/>
                  </a:lnTo>
                  <a:lnTo>
                    <a:pt x="73" y="175"/>
                  </a:lnTo>
                  <a:lnTo>
                    <a:pt x="69" y="178"/>
                  </a:lnTo>
                  <a:lnTo>
                    <a:pt x="64" y="178"/>
                  </a:lnTo>
                  <a:lnTo>
                    <a:pt x="60" y="178"/>
                  </a:lnTo>
                  <a:lnTo>
                    <a:pt x="52" y="177"/>
                  </a:lnTo>
                  <a:lnTo>
                    <a:pt x="46" y="175"/>
                  </a:lnTo>
                  <a:lnTo>
                    <a:pt x="41" y="177"/>
                  </a:lnTo>
                  <a:lnTo>
                    <a:pt x="38" y="178"/>
                  </a:lnTo>
                  <a:lnTo>
                    <a:pt x="33" y="178"/>
                  </a:lnTo>
                  <a:lnTo>
                    <a:pt x="33" y="183"/>
                  </a:lnTo>
                  <a:lnTo>
                    <a:pt x="32" y="187"/>
                  </a:lnTo>
                  <a:lnTo>
                    <a:pt x="29" y="192"/>
                  </a:lnTo>
                  <a:lnTo>
                    <a:pt x="23" y="196"/>
                  </a:lnTo>
                  <a:lnTo>
                    <a:pt x="17" y="201"/>
                  </a:lnTo>
                  <a:lnTo>
                    <a:pt x="12" y="204"/>
                  </a:lnTo>
                  <a:lnTo>
                    <a:pt x="6" y="207"/>
                  </a:lnTo>
                  <a:lnTo>
                    <a:pt x="0" y="210"/>
                  </a:lnTo>
                  <a:close/>
                </a:path>
              </a:pathLst>
            </a:custGeom>
            <a:solidFill>
              <a:srgbClr val="FFCC99"/>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5" name="Freeform 172">
              <a:extLst>
                <a:ext uri="{FF2B5EF4-FFF2-40B4-BE49-F238E27FC236}">
                  <a16:creationId xmlns:a16="http://schemas.microsoft.com/office/drawing/2014/main" id="{5ADA87CA-9367-4422-AC21-3E04CA7FD0E9}"/>
                </a:ext>
              </a:extLst>
            </p:cNvPr>
            <p:cNvSpPr>
              <a:spLocks/>
            </p:cNvSpPr>
            <p:nvPr/>
          </p:nvSpPr>
          <p:spPr bwMode="auto">
            <a:xfrm>
              <a:off x="2439" y="2533"/>
              <a:ext cx="33" cy="7"/>
            </a:xfrm>
            <a:custGeom>
              <a:avLst/>
              <a:gdLst>
                <a:gd name="T0" fmla="*/ 0 w 100"/>
                <a:gd name="T1" fmla="*/ 0 h 21"/>
                <a:gd name="T2" fmla="*/ 0 w 100"/>
                <a:gd name="T3" fmla="*/ 0 h 21"/>
                <a:gd name="T4" fmla="*/ 0 w 100"/>
                <a:gd name="T5" fmla="*/ 0 h 21"/>
                <a:gd name="T6" fmla="*/ 0 w 100"/>
                <a:gd name="T7" fmla="*/ 0 h 21"/>
                <a:gd name="T8" fmla="*/ 0 w 100"/>
                <a:gd name="T9" fmla="*/ 0 h 21"/>
                <a:gd name="T10" fmla="*/ 0 w 100"/>
                <a:gd name="T11" fmla="*/ 0 h 21"/>
                <a:gd name="T12" fmla="*/ 0 w 100"/>
                <a:gd name="T13" fmla="*/ 0 h 21"/>
                <a:gd name="T14" fmla="*/ 0 w 100"/>
                <a:gd name="T15" fmla="*/ 0 h 21"/>
                <a:gd name="T16" fmla="*/ 0 w 100"/>
                <a:gd name="T17" fmla="*/ 0 h 21"/>
                <a:gd name="T18" fmla="*/ 0 w 100"/>
                <a:gd name="T19" fmla="*/ 0 h 21"/>
                <a:gd name="T20" fmla="*/ 0 w 100"/>
                <a:gd name="T21" fmla="*/ 0 h 21"/>
                <a:gd name="T22" fmla="*/ 0 w 100"/>
                <a:gd name="T23" fmla="*/ 0 h 21"/>
                <a:gd name="T24" fmla="*/ 0 w 100"/>
                <a:gd name="T25" fmla="*/ 0 h 21"/>
                <a:gd name="T26" fmla="*/ 0 w 100"/>
                <a:gd name="T27" fmla="*/ 0 h 21"/>
                <a:gd name="T28" fmla="*/ 0 w 100"/>
                <a:gd name="T29" fmla="*/ 0 h 21"/>
                <a:gd name="T30" fmla="*/ 0 w 100"/>
                <a:gd name="T31" fmla="*/ 0 h 21"/>
                <a:gd name="T32" fmla="*/ 0 w 100"/>
                <a:gd name="T33" fmla="*/ 0 h 21"/>
                <a:gd name="T34" fmla="*/ 0 w 100"/>
                <a:gd name="T35" fmla="*/ 0 h 21"/>
                <a:gd name="T36" fmla="*/ 0 w 100"/>
                <a:gd name="T37" fmla="*/ 0 h 21"/>
                <a:gd name="T38" fmla="*/ 0 w 100"/>
                <a:gd name="T39" fmla="*/ 0 h 21"/>
                <a:gd name="T40" fmla="*/ 0 w 100"/>
                <a:gd name="T41" fmla="*/ 0 h 2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0"/>
                <a:gd name="T64" fmla="*/ 0 h 21"/>
                <a:gd name="T65" fmla="*/ 100 w 100"/>
                <a:gd name="T66" fmla="*/ 21 h 2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0" h="21">
                  <a:moveTo>
                    <a:pt x="100" y="0"/>
                  </a:moveTo>
                  <a:lnTo>
                    <a:pt x="100" y="0"/>
                  </a:lnTo>
                  <a:lnTo>
                    <a:pt x="88" y="0"/>
                  </a:lnTo>
                  <a:lnTo>
                    <a:pt x="75" y="0"/>
                  </a:lnTo>
                  <a:lnTo>
                    <a:pt x="63" y="3"/>
                  </a:lnTo>
                  <a:lnTo>
                    <a:pt x="49" y="5"/>
                  </a:lnTo>
                  <a:lnTo>
                    <a:pt x="38" y="6"/>
                  </a:lnTo>
                  <a:lnTo>
                    <a:pt x="24" y="8"/>
                  </a:lnTo>
                  <a:lnTo>
                    <a:pt x="12" y="9"/>
                  </a:lnTo>
                  <a:lnTo>
                    <a:pt x="0" y="12"/>
                  </a:lnTo>
                  <a:lnTo>
                    <a:pt x="0" y="21"/>
                  </a:lnTo>
                  <a:lnTo>
                    <a:pt x="12" y="18"/>
                  </a:lnTo>
                  <a:lnTo>
                    <a:pt x="24" y="17"/>
                  </a:lnTo>
                  <a:lnTo>
                    <a:pt x="38" y="15"/>
                  </a:lnTo>
                  <a:lnTo>
                    <a:pt x="49" y="14"/>
                  </a:lnTo>
                  <a:lnTo>
                    <a:pt x="63" y="12"/>
                  </a:lnTo>
                  <a:lnTo>
                    <a:pt x="75" y="12"/>
                  </a:lnTo>
                  <a:lnTo>
                    <a:pt x="88" y="12"/>
                  </a:lnTo>
                  <a:lnTo>
                    <a:pt x="100" y="12"/>
                  </a:lnTo>
                  <a:lnTo>
                    <a:pt x="10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6" name="Freeform 173">
              <a:extLst>
                <a:ext uri="{FF2B5EF4-FFF2-40B4-BE49-F238E27FC236}">
                  <a16:creationId xmlns:a16="http://schemas.microsoft.com/office/drawing/2014/main" id="{CE492790-A9EA-4DEE-AE9C-499433C0A49E}"/>
                </a:ext>
              </a:extLst>
            </p:cNvPr>
            <p:cNvSpPr>
              <a:spLocks/>
            </p:cNvSpPr>
            <p:nvPr/>
          </p:nvSpPr>
          <p:spPr bwMode="auto">
            <a:xfrm>
              <a:off x="2472" y="2533"/>
              <a:ext cx="38" cy="8"/>
            </a:xfrm>
            <a:custGeom>
              <a:avLst/>
              <a:gdLst>
                <a:gd name="T0" fmla="*/ 0 w 114"/>
                <a:gd name="T1" fmla="*/ 0 h 24"/>
                <a:gd name="T2" fmla="*/ 0 w 114"/>
                <a:gd name="T3" fmla="*/ 0 h 24"/>
                <a:gd name="T4" fmla="*/ 0 w 114"/>
                <a:gd name="T5" fmla="*/ 0 h 24"/>
                <a:gd name="T6" fmla="*/ 0 w 114"/>
                <a:gd name="T7" fmla="*/ 0 h 24"/>
                <a:gd name="T8" fmla="*/ 0 w 114"/>
                <a:gd name="T9" fmla="*/ 0 h 24"/>
                <a:gd name="T10" fmla="*/ 0 w 114"/>
                <a:gd name="T11" fmla="*/ 0 h 24"/>
                <a:gd name="T12" fmla="*/ 0 w 114"/>
                <a:gd name="T13" fmla="*/ 0 h 24"/>
                <a:gd name="T14" fmla="*/ 0 w 114"/>
                <a:gd name="T15" fmla="*/ 0 h 24"/>
                <a:gd name="T16" fmla="*/ 0 w 114"/>
                <a:gd name="T17" fmla="*/ 0 h 24"/>
                <a:gd name="T18" fmla="*/ 0 w 114"/>
                <a:gd name="T19" fmla="*/ 0 h 24"/>
                <a:gd name="T20" fmla="*/ 0 w 114"/>
                <a:gd name="T21" fmla="*/ 0 h 24"/>
                <a:gd name="T22" fmla="*/ 0 w 114"/>
                <a:gd name="T23" fmla="*/ 0 h 24"/>
                <a:gd name="T24" fmla="*/ 0 w 114"/>
                <a:gd name="T25" fmla="*/ 0 h 24"/>
                <a:gd name="T26" fmla="*/ 0 w 114"/>
                <a:gd name="T27" fmla="*/ 0 h 24"/>
                <a:gd name="T28" fmla="*/ 0 w 114"/>
                <a:gd name="T29" fmla="*/ 0 h 24"/>
                <a:gd name="T30" fmla="*/ 0 w 114"/>
                <a:gd name="T31" fmla="*/ 0 h 24"/>
                <a:gd name="T32" fmla="*/ 0 w 114"/>
                <a:gd name="T33" fmla="*/ 0 h 24"/>
                <a:gd name="T34" fmla="*/ 0 w 114"/>
                <a:gd name="T35" fmla="*/ 0 h 24"/>
                <a:gd name="T36" fmla="*/ 0 w 114"/>
                <a:gd name="T37" fmla="*/ 0 h 24"/>
                <a:gd name="T38" fmla="*/ 0 w 114"/>
                <a:gd name="T39" fmla="*/ 0 h 24"/>
                <a:gd name="T40" fmla="*/ 0 w 114"/>
                <a:gd name="T41" fmla="*/ 0 h 24"/>
                <a:gd name="T42" fmla="*/ 0 w 114"/>
                <a:gd name="T43" fmla="*/ 0 h 24"/>
                <a:gd name="T44" fmla="*/ 0 w 114"/>
                <a:gd name="T45" fmla="*/ 0 h 24"/>
                <a:gd name="T46" fmla="*/ 0 w 114"/>
                <a:gd name="T47" fmla="*/ 0 h 24"/>
                <a:gd name="T48" fmla="*/ 0 w 114"/>
                <a:gd name="T49" fmla="*/ 0 h 24"/>
                <a:gd name="T50" fmla="*/ 0 w 114"/>
                <a:gd name="T51" fmla="*/ 0 h 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4"/>
                <a:gd name="T79" fmla="*/ 0 h 24"/>
                <a:gd name="T80" fmla="*/ 114 w 114"/>
                <a:gd name="T81" fmla="*/ 24 h 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4" h="24">
                  <a:moveTo>
                    <a:pt x="105" y="18"/>
                  </a:moveTo>
                  <a:lnTo>
                    <a:pt x="109" y="15"/>
                  </a:lnTo>
                  <a:lnTo>
                    <a:pt x="98" y="12"/>
                  </a:lnTo>
                  <a:lnTo>
                    <a:pt x="84" y="9"/>
                  </a:lnTo>
                  <a:lnTo>
                    <a:pt x="71" y="8"/>
                  </a:lnTo>
                  <a:lnTo>
                    <a:pt x="58" y="6"/>
                  </a:lnTo>
                  <a:lnTo>
                    <a:pt x="43" y="5"/>
                  </a:lnTo>
                  <a:lnTo>
                    <a:pt x="28" y="3"/>
                  </a:lnTo>
                  <a:lnTo>
                    <a:pt x="15" y="0"/>
                  </a:lnTo>
                  <a:lnTo>
                    <a:pt x="0" y="0"/>
                  </a:lnTo>
                  <a:lnTo>
                    <a:pt x="0" y="12"/>
                  </a:lnTo>
                  <a:lnTo>
                    <a:pt x="15" y="12"/>
                  </a:lnTo>
                  <a:lnTo>
                    <a:pt x="28" y="12"/>
                  </a:lnTo>
                  <a:lnTo>
                    <a:pt x="43" y="14"/>
                  </a:lnTo>
                  <a:lnTo>
                    <a:pt x="58" y="15"/>
                  </a:lnTo>
                  <a:lnTo>
                    <a:pt x="71" y="17"/>
                  </a:lnTo>
                  <a:lnTo>
                    <a:pt x="84" y="18"/>
                  </a:lnTo>
                  <a:lnTo>
                    <a:pt x="98" y="21"/>
                  </a:lnTo>
                  <a:lnTo>
                    <a:pt x="109" y="24"/>
                  </a:lnTo>
                  <a:lnTo>
                    <a:pt x="114" y="21"/>
                  </a:lnTo>
                  <a:lnTo>
                    <a:pt x="109" y="24"/>
                  </a:lnTo>
                  <a:lnTo>
                    <a:pt x="112" y="23"/>
                  </a:lnTo>
                  <a:lnTo>
                    <a:pt x="114" y="20"/>
                  </a:lnTo>
                  <a:lnTo>
                    <a:pt x="112" y="17"/>
                  </a:lnTo>
                  <a:lnTo>
                    <a:pt x="109" y="15"/>
                  </a:lnTo>
                  <a:lnTo>
                    <a:pt x="105" y="1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7" name="Freeform 174">
              <a:extLst>
                <a:ext uri="{FF2B5EF4-FFF2-40B4-BE49-F238E27FC236}">
                  <a16:creationId xmlns:a16="http://schemas.microsoft.com/office/drawing/2014/main" id="{D47CB662-C97A-43DB-8355-EEE9134AE332}"/>
                </a:ext>
              </a:extLst>
            </p:cNvPr>
            <p:cNvSpPr>
              <a:spLocks/>
            </p:cNvSpPr>
            <p:nvPr/>
          </p:nvSpPr>
          <p:spPr bwMode="auto">
            <a:xfrm>
              <a:off x="2507" y="2531"/>
              <a:ext cx="14" cy="9"/>
            </a:xfrm>
            <a:custGeom>
              <a:avLst/>
              <a:gdLst>
                <a:gd name="T0" fmla="*/ 0 w 41"/>
                <a:gd name="T1" fmla="*/ 0 h 28"/>
                <a:gd name="T2" fmla="*/ 0 w 41"/>
                <a:gd name="T3" fmla="*/ 0 h 28"/>
                <a:gd name="T4" fmla="*/ 0 w 41"/>
                <a:gd name="T5" fmla="*/ 0 h 28"/>
                <a:gd name="T6" fmla="*/ 0 w 41"/>
                <a:gd name="T7" fmla="*/ 0 h 28"/>
                <a:gd name="T8" fmla="*/ 0 w 41"/>
                <a:gd name="T9" fmla="*/ 0 h 28"/>
                <a:gd name="T10" fmla="*/ 0 w 41"/>
                <a:gd name="T11" fmla="*/ 0 h 28"/>
                <a:gd name="T12" fmla="*/ 0 w 41"/>
                <a:gd name="T13" fmla="*/ 0 h 28"/>
                <a:gd name="T14" fmla="*/ 0 w 41"/>
                <a:gd name="T15" fmla="*/ 0 h 28"/>
                <a:gd name="T16" fmla="*/ 0 w 41"/>
                <a:gd name="T17" fmla="*/ 0 h 28"/>
                <a:gd name="T18" fmla="*/ 0 w 41"/>
                <a:gd name="T19" fmla="*/ 0 h 28"/>
                <a:gd name="T20" fmla="*/ 0 w 41"/>
                <a:gd name="T21" fmla="*/ 0 h 28"/>
                <a:gd name="T22" fmla="*/ 0 w 41"/>
                <a:gd name="T23" fmla="*/ 0 h 28"/>
                <a:gd name="T24" fmla="*/ 0 w 41"/>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
                <a:gd name="T40" fmla="*/ 0 h 28"/>
                <a:gd name="T41" fmla="*/ 41 w 41"/>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 h="28">
                  <a:moveTo>
                    <a:pt x="38" y="0"/>
                  </a:moveTo>
                  <a:lnTo>
                    <a:pt x="38" y="0"/>
                  </a:lnTo>
                  <a:lnTo>
                    <a:pt x="30" y="3"/>
                  </a:lnTo>
                  <a:lnTo>
                    <a:pt x="19" y="4"/>
                  </a:lnTo>
                  <a:lnTo>
                    <a:pt x="9" y="12"/>
                  </a:lnTo>
                  <a:lnTo>
                    <a:pt x="0" y="25"/>
                  </a:lnTo>
                  <a:lnTo>
                    <a:pt x="9" y="28"/>
                  </a:lnTo>
                  <a:lnTo>
                    <a:pt x="15" y="18"/>
                  </a:lnTo>
                  <a:lnTo>
                    <a:pt x="22" y="13"/>
                  </a:lnTo>
                  <a:lnTo>
                    <a:pt x="30" y="12"/>
                  </a:lnTo>
                  <a:lnTo>
                    <a:pt x="41" y="9"/>
                  </a:lnTo>
                  <a:lnTo>
                    <a:pt x="38"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8" name="Freeform 175">
              <a:extLst>
                <a:ext uri="{FF2B5EF4-FFF2-40B4-BE49-F238E27FC236}">
                  <a16:creationId xmlns:a16="http://schemas.microsoft.com/office/drawing/2014/main" id="{50BB6226-7558-4B7F-B09F-AA8F4A2A982D}"/>
                </a:ext>
              </a:extLst>
            </p:cNvPr>
            <p:cNvSpPr>
              <a:spLocks/>
            </p:cNvSpPr>
            <p:nvPr/>
          </p:nvSpPr>
          <p:spPr bwMode="auto">
            <a:xfrm>
              <a:off x="2520" y="2507"/>
              <a:ext cx="7" cy="27"/>
            </a:xfrm>
            <a:custGeom>
              <a:avLst/>
              <a:gdLst>
                <a:gd name="T0" fmla="*/ 0 w 23"/>
                <a:gd name="T1" fmla="*/ 0 h 79"/>
                <a:gd name="T2" fmla="*/ 0 w 23"/>
                <a:gd name="T3" fmla="*/ 0 h 79"/>
                <a:gd name="T4" fmla="*/ 0 w 23"/>
                <a:gd name="T5" fmla="*/ 0 h 79"/>
                <a:gd name="T6" fmla="*/ 0 w 23"/>
                <a:gd name="T7" fmla="*/ 0 h 79"/>
                <a:gd name="T8" fmla="*/ 0 w 23"/>
                <a:gd name="T9" fmla="*/ 0 h 79"/>
                <a:gd name="T10" fmla="*/ 0 w 23"/>
                <a:gd name="T11" fmla="*/ 0 h 79"/>
                <a:gd name="T12" fmla="*/ 0 w 23"/>
                <a:gd name="T13" fmla="*/ 0 h 79"/>
                <a:gd name="T14" fmla="*/ 0 w 23"/>
                <a:gd name="T15" fmla="*/ 0 h 79"/>
                <a:gd name="T16" fmla="*/ 0 w 23"/>
                <a:gd name="T17" fmla="*/ 0 h 79"/>
                <a:gd name="T18" fmla="*/ 0 w 23"/>
                <a:gd name="T19" fmla="*/ 0 h 79"/>
                <a:gd name="T20" fmla="*/ 0 w 23"/>
                <a:gd name="T21" fmla="*/ 0 h 79"/>
                <a:gd name="T22" fmla="*/ 0 w 23"/>
                <a:gd name="T23" fmla="*/ 0 h 79"/>
                <a:gd name="T24" fmla="*/ 0 w 23"/>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79"/>
                <a:gd name="T41" fmla="*/ 23 w 23"/>
                <a:gd name="T42" fmla="*/ 79 h 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79">
                  <a:moveTo>
                    <a:pt x="20" y="0"/>
                  </a:moveTo>
                  <a:lnTo>
                    <a:pt x="20" y="0"/>
                  </a:lnTo>
                  <a:lnTo>
                    <a:pt x="8" y="18"/>
                  </a:lnTo>
                  <a:lnTo>
                    <a:pt x="8" y="37"/>
                  </a:lnTo>
                  <a:lnTo>
                    <a:pt x="9" y="56"/>
                  </a:lnTo>
                  <a:lnTo>
                    <a:pt x="0" y="70"/>
                  </a:lnTo>
                  <a:lnTo>
                    <a:pt x="3" y="79"/>
                  </a:lnTo>
                  <a:lnTo>
                    <a:pt x="18" y="59"/>
                  </a:lnTo>
                  <a:lnTo>
                    <a:pt x="20" y="37"/>
                  </a:lnTo>
                  <a:lnTo>
                    <a:pt x="17" y="18"/>
                  </a:lnTo>
                  <a:lnTo>
                    <a:pt x="23" y="9"/>
                  </a:lnTo>
                  <a:lnTo>
                    <a:pt x="2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49" name="Freeform 176">
              <a:extLst>
                <a:ext uri="{FF2B5EF4-FFF2-40B4-BE49-F238E27FC236}">
                  <a16:creationId xmlns:a16="http://schemas.microsoft.com/office/drawing/2014/main" id="{8C456A74-D45C-407B-B4E6-DAE11B7A4C6D}"/>
                </a:ext>
              </a:extLst>
            </p:cNvPr>
            <p:cNvSpPr>
              <a:spLocks/>
            </p:cNvSpPr>
            <p:nvPr/>
          </p:nvSpPr>
          <p:spPr bwMode="auto">
            <a:xfrm>
              <a:off x="2519" y="2492"/>
              <a:ext cx="11" cy="18"/>
            </a:xfrm>
            <a:custGeom>
              <a:avLst/>
              <a:gdLst>
                <a:gd name="T0" fmla="*/ 0 w 31"/>
                <a:gd name="T1" fmla="*/ 0 h 56"/>
                <a:gd name="T2" fmla="*/ 0 w 31"/>
                <a:gd name="T3" fmla="*/ 0 h 56"/>
                <a:gd name="T4" fmla="*/ 0 w 31"/>
                <a:gd name="T5" fmla="*/ 0 h 56"/>
                <a:gd name="T6" fmla="*/ 0 w 31"/>
                <a:gd name="T7" fmla="*/ 0 h 56"/>
                <a:gd name="T8" fmla="*/ 0 w 31"/>
                <a:gd name="T9" fmla="*/ 0 h 56"/>
                <a:gd name="T10" fmla="*/ 0 w 31"/>
                <a:gd name="T11" fmla="*/ 0 h 56"/>
                <a:gd name="T12" fmla="*/ 0 w 31"/>
                <a:gd name="T13" fmla="*/ 0 h 56"/>
                <a:gd name="T14" fmla="*/ 0 w 31"/>
                <a:gd name="T15" fmla="*/ 0 h 56"/>
                <a:gd name="T16" fmla="*/ 0 w 31"/>
                <a:gd name="T17" fmla="*/ 0 h 56"/>
                <a:gd name="T18" fmla="*/ 0 w 31"/>
                <a:gd name="T19" fmla="*/ 0 h 56"/>
                <a:gd name="T20" fmla="*/ 0 w 31"/>
                <a:gd name="T21" fmla="*/ 0 h 56"/>
                <a:gd name="T22" fmla="*/ 0 w 31"/>
                <a:gd name="T23" fmla="*/ 0 h 56"/>
                <a:gd name="T24" fmla="*/ 0 w 31"/>
                <a:gd name="T25" fmla="*/ 0 h 5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56"/>
                <a:gd name="T41" fmla="*/ 31 w 31"/>
                <a:gd name="T42" fmla="*/ 56 h 5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56">
                  <a:moveTo>
                    <a:pt x="0" y="0"/>
                  </a:moveTo>
                  <a:lnTo>
                    <a:pt x="0" y="0"/>
                  </a:lnTo>
                  <a:lnTo>
                    <a:pt x="6" y="23"/>
                  </a:lnTo>
                  <a:lnTo>
                    <a:pt x="16" y="40"/>
                  </a:lnTo>
                  <a:lnTo>
                    <a:pt x="22" y="46"/>
                  </a:lnTo>
                  <a:lnTo>
                    <a:pt x="21" y="47"/>
                  </a:lnTo>
                  <a:lnTo>
                    <a:pt x="24" y="56"/>
                  </a:lnTo>
                  <a:lnTo>
                    <a:pt x="31" y="46"/>
                  </a:lnTo>
                  <a:lnTo>
                    <a:pt x="25" y="34"/>
                  </a:lnTo>
                  <a:lnTo>
                    <a:pt x="15" y="20"/>
                  </a:lnTo>
                  <a:lnTo>
                    <a:pt x="9" y="0"/>
                  </a:lnTo>
                  <a:lnTo>
                    <a:pt x="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0" name="Freeform 177">
              <a:extLst>
                <a:ext uri="{FF2B5EF4-FFF2-40B4-BE49-F238E27FC236}">
                  <a16:creationId xmlns:a16="http://schemas.microsoft.com/office/drawing/2014/main" id="{ABE7BD75-C193-411F-A216-2B4884197ACC}"/>
                </a:ext>
              </a:extLst>
            </p:cNvPr>
            <p:cNvSpPr>
              <a:spLocks/>
            </p:cNvSpPr>
            <p:nvPr/>
          </p:nvSpPr>
          <p:spPr bwMode="auto">
            <a:xfrm>
              <a:off x="2508" y="2467"/>
              <a:ext cx="14" cy="25"/>
            </a:xfrm>
            <a:custGeom>
              <a:avLst/>
              <a:gdLst>
                <a:gd name="T0" fmla="*/ 0 w 43"/>
                <a:gd name="T1" fmla="*/ 0 h 73"/>
                <a:gd name="T2" fmla="*/ 0 w 43"/>
                <a:gd name="T3" fmla="*/ 0 h 73"/>
                <a:gd name="T4" fmla="*/ 0 w 43"/>
                <a:gd name="T5" fmla="*/ 0 h 73"/>
                <a:gd name="T6" fmla="*/ 0 w 43"/>
                <a:gd name="T7" fmla="*/ 0 h 73"/>
                <a:gd name="T8" fmla="*/ 0 w 43"/>
                <a:gd name="T9" fmla="*/ 0 h 73"/>
                <a:gd name="T10" fmla="*/ 0 w 43"/>
                <a:gd name="T11" fmla="*/ 0 h 73"/>
                <a:gd name="T12" fmla="*/ 0 w 43"/>
                <a:gd name="T13" fmla="*/ 0 h 73"/>
                <a:gd name="T14" fmla="*/ 0 w 43"/>
                <a:gd name="T15" fmla="*/ 0 h 73"/>
                <a:gd name="T16" fmla="*/ 0 w 43"/>
                <a:gd name="T17" fmla="*/ 0 h 73"/>
                <a:gd name="T18" fmla="*/ 0 w 43"/>
                <a:gd name="T19" fmla="*/ 0 h 73"/>
                <a:gd name="T20" fmla="*/ 0 w 43"/>
                <a:gd name="T21" fmla="*/ 0 h 73"/>
                <a:gd name="T22" fmla="*/ 0 w 43"/>
                <a:gd name="T23" fmla="*/ 0 h 73"/>
                <a:gd name="T24" fmla="*/ 0 w 43"/>
                <a:gd name="T25" fmla="*/ 0 h 73"/>
                <a:gd name="T26" fmla="*/ 0 w 43"/>
                <a:gd name="T27" fmla="*/ 0 h 73"/>
                <a:gd name="T28" fmla="*/ 0 w 43"/>
                <a:gd name="T29" fmla="*/ 0 h 73"/>
                <a:gd name="T30" fmla="*/ 0 w 43"/>
                <a:gd name="T31" fmla="*/ 0 h 73"/>
                <a:gd name="T32" fmla="*/ 0 w 43"/>
                <a:gd name="T33" fmla="*/ 0 h 73"/>
                <a:gd name="T34" fmla="*/ 0 w 43"/>
                <a:gd name="T35" fmla="*/ 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3"/>
                <a:gd name="T55" fmla="*/ 0 h 73"/>
                <a:gd name="T56" fmla="*/ 43 w 43"/>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3" h="73">
                  <a:moveTo>
                    <a:pt x="9" y="6"/>
                  </a:moveTo>
                  <a:lnTo>
                    <a:pt x="1" y="7"/>
                  </a:lnTo>
                  <a:lnTo>
                    <a:pt x="16" y="27"/>
                  </a:lnTo>
                  <a:lnTo>
                    <a:pt x="27" y="41"/>
                  </a:lnTo>
                  <a:lnTo>
                    <a:pt x="31" y="56"/>
                  </a:lnTo>
                  <a:lnTo>
                    <a:pt x="34" y="73"/>
                  </a:lnTo>
                  <a:lnTo>
                    <a:pt x="43" y="73"/>
                  </a:lnTo>
                  <a:lnTo>
                    <a:pt x="40" y="56"/>
                  </a:lnTo>
                  <a:lnTo>
                    <a:pt x="35" y="39"/>
                  </a:lnTo>
                  <a:lnTo>
                    <a:pt x="25" y="21"/>
                  </a:lnTo>
                  <a:lnTo>
                    <a:pt x="7" y="1"/>
                  </a:lnTo>
                  <a:lnTo>
                    <a:pt x="0" y="3"/>
                  </a:lnTo>
                  <a:lnTo>
                    <a:pt x="7" y="1"/>
                  </a:lnTo>
                  <a:lnTo>
                    <a:pt x="4" y="0"/>
                  </a:lnTo>
                  <a:lnTo>
                    <a:pt x="3" y="1"/>
                  </a:lnTo>
                  <a:lnTo>
                    <a:pt x="1" y="4"/>
                  </a:lnTo>
                  <a:lnTo>
                    <a:pt x="1" y="7"/>
                  </a:lnTo>
                  <a:lnTo>
                    <a:pt x="9"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1" name="Freeform 178">
              <a:extLst>
                <a:ext uri="{FF2B5EF4-FFF2-40B4-BE49-F238E27FC236}">
                  <a16:creationId xmlns:a16="http://schemas.microsoft.com/office/drawing/2014/main" id="{4DF86D0A-0714-4C8D-BD6E-113156A52400}"/>
                </a:ext>
              </a:extLst>
            </p:cNvPr>
            <p:cNvSpPr>
              <a:spLocks/>
            </p:cNvSpPr>
            <p:nvPr/>
          </p:nvSpPr>
          <p:spPr bwMode="auto">
            <a:xfrm>
              <a:off x="2479" y="2468"/>
              <a:ext cx="32" cy="15"/>
            </a:xfrm>
            <a:custGeom>
              <a:avLst/>
              <a:gdLst>
                <a:gd name="T0" fmla="*/ 0 w 95"/>
                <a:gd name="T1" fmla="*/ 0 h 43"/>
                <a:gd name="T2" fmla="*/ 0 w 95"/>
                <a:gd name="T3" fmla="*/ 0 h 43"/>
                <a:gd name="T4" fmla="*/ 0 w 95"/>
                <a:gd name="T5" fmla="*/ 0 h 43"/>
                <a:gd name="T6" fmla="*/ 0 w 95"/>
                <a:gd name="T7" fmla="*/ 0 h 43"/>
                <a:gd name="T8" fmla="*/ 0 w 95"/>
                <a:gd name="T9" fmla="*/ 0 h 43"/>
                <a:gd name="T10" fmla="*/ 0 w 95"/>
                <a:gd name="T11" fmla="*/ 0 h 43"/>
                <a:gd name="T12" fmla="*/ 0 w 95"/>
                <a:gd name="T13" fmla="*/ 0 h 43"/>
                <a:gd name="T14" fmla="*/ 0 w 95"/>
                <a:gd name="T15" fmla="*/ 0 h 43"/>
                <a:gd name="T16" fmla="*/ 0 w 95"/>
                <a:gd name="T17" fmla="*/ 0 h 43"/>
                <a:gd name="T18" fmla="*/ 0 w 95"/>
                <a:gd name="T19" fmla="*/ 0 h 43"/>
                <a:gd name="T20" fmla="*/ 0 w 95"/>
                <a:gd name="T21" fmla="*/ 0 h 43"/>
                <a:gd name="T22" fmla="*/ 0 w 95"/>
                <a:gd name="T23" fmla="*/ 0 h 43"/>
                <a:gd name="T24" fmla="*/ 0 w 95"/>
                <a:gd name="T25" fmla="*/ 0 h 43"/>
                <a:gd name="T26" fmla="*/ 0 w 95"/>
                <a:gd name="T27" fmla="*/ 0 h 43"/>
                <a:gd name="T28" fmla="*/ 0 w 95"/>
                <a:gd name="T29" fmla="*/ 0 h 43"/>
                <a:gd name="T30" fmla="*/ 0 w 95"/>
                <a:gd name="T31" fmla="*/ 0 h 43"/>
                <a:gd name="T32" fmla="*/ 0 w 95"/>
                <a:gd name="T33" fmla="*/ 0 h 43"/>
                <a:gd name="T34" fmla="*/ 0 w 95"/>
                <a:gd name="T35" fmla="*/ 0 h 43"/>
                <a:gd name="T36" fmla="*/ 0 w 95"/>
                <a:gd name="T37" fmla="*/ 0 h 43"/>
                <a:gd name="T38" fmla="*/ 0 w 95"/>
                <a:gd name="T39" fmla="*/ 0 h 43"/>
                <a:gd name="T40" fmla="*/ 0 w 95"/>
                <a:gd name="T41" fmla="*/ 0 h 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43"/>
                <a:gd name="T65" fmla="*/ 95 w 95"/>
                <a:gd name="T66" fmla="*/ 43 h 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43">
                  <a:moveTo>
                    <a:pt x="10" y="43"/>
                  </a:moveTo>
                  <a:lnTo>
                    <a:pt x="12" y="43"/>
                  </a:lnTo>
                  <a:lnTo>
                    <a:pt x="12" y="38"/>
                  </a:lnTo>
                  <a:lnTo>
                    <a:pt x="19" y="34"/>
                  </a:lnTo>
                  <a:lnTo>
                    <a:pt x="31" y="31"/>
                  </a:lnTo>
                  <a:lnTo>
                    <a:pt x="44" y="27"/>
                  </a:lnTo>
                  <a:lnTo>
                    <a:pt x="59" y="24"/>
                  </a:lnTo>
                  <a:lnTo>
                    <a:pt x="73" y="19"/>
                  </a:lnTo>
                  <a:lnTo>
                    <a:pt x="86" y="13"/>
                  </a:lnTo>
                  <a:lnTo>
                    <a:pt x="95" y="3"/>
                  </a:lnTo>
                  <a:lnTo>
                    <a:pt x="86" y="0"/>
                  </a:lnTo>
                  <a:lnTo>
                    <a:pt x="80" y="4"/>
                  </a:lnTo>
                  <a:lnTo>
                    <a:pt x="70" y="10"/>
                  </a:lnTo>
                  <a:lnTo>
                    <a:pt x="56" y="15"/>
                  </a:lnTo>
                  <a:lnTo>
                    <a:pt x="41" y="18"/>
                  </a:lnTo>
                  <a:lnTo>
                    <a:pt x="28" y="22"/>
                  </a:lnTo>
                  <a:lnTo>
                    <a:pt x="16" y="25"/>
                  </a:lnTo>
                  <a:lnTo>
                    <a:pt x="6" y="33"/>
                  </a:lnTo>
                  <a:lnTo>
                    <a:pt x="0" y="43"/>
                  </a:lnTo>
                  <a:lnTo>
                    <a:pt x="1" y="43"/>
                  </a:lnTo>
                  <a:lnTo>
                    <a:pt x="10" y="4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2" name="Freeform 179">
              <a:extLst>
                <a:ext uri="{FF2B5EF4-FFF2-40B4-BE49-F238E27FC236}">
                  <a16:creationId xmlns:a16="http://schemas.microsoft.com/office/drawing/2014/main" id="{B1B0DC41-0AA7-4A4A-B49A-6D6F44A2B1C0}"/>
                </a:ext>
              </a:extLst>
            </p:cNvPr>
            <p:cNvSpPr>
              <a:spLocks/>
            </p:cNvSpPr>
            <p:nvPr/>
          </p:nvSpPr>
          <p:spPr bwMode="auto">
            <a:xfrm>
              <a:off x="2476" y="2483"/>
              <a:ext cx="9" cy="17"/>
            </a:xfrm>
            <a:custGeom>
              <a:avLst/>
              <a:gdLst>
                <a:gd name="T0" fmla="*/ 0 w 25"/>
                <a:gd name="T1" fmla="*/ 0 h 53"/>
                <a:gd name="T2" fmla="*/ 0 w 25"/>
                <a:gd name="T3" fmla="*/ 0 h 53"/>
                <a:gd name="T4" fmla="*/ 0 w 25"/>
                <a:gd name="T5" fmla="*/ 0 h 53"/>
                <a:gd name="T6" fmla="*/ 0 w 25"/>
                <a:gd name="T7" fmla="*/ 0 h 53"/>
                <a:gd name="T8" fmla="*/ 0 w 25"/>
                <a:gd name="T9" fmla="*/ 0 h 53"/>
                <a:gd name="T10" fmla="*/ 0 w 25"/>
                <a:gd name="T11" fmla="*/ 0 h 53"/>
                <a:gd name="T12" fmla="*/ 0 w 25"/>
                <a:gd name="T13" fmla="*/ 0 h 53"/>
                <a:gd name="T14" fmla="*/ 0 w 25"/>
                <a:gd name="T15" fmla="*/ 0 h 53"/>
                <a:gd name="T16" fmla="*/ 0 w 25"/>
                <a:gd name="T17" fmla="*/ 0 h 53"/>
                <a:gd name="T18" fmla="*/ 0 w 25"/>
                <a:gd name="T19" fmla="*/ 0 h 53"/>
                <a:gd name="T20" fmla="*/ 0 w 25"/>
                <a:gd name="T21" fmla="*/ 0 h 53"/>
                <a:gd name="T22" fmla="*/ 0 w 25"/>
                <a:gd name="T23" fmla="*/ 0 h 53"/>
                <a:gd name="T24" fmla="*/ 0 w 25"/>
                <a:gd name="T25" fmla="*/ 0 h 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53"/>
                <a:gd name="T41" fmla="*/ 25 w 25"/>
                <a:gd name="T42" fmla="*/ 53 h 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53">
                  <a:moveTo>
                    <a:pt x="0" y="53"/>
                  </a:moveTo>
                  <a:lnTo>
                    <a:pt x="0" y="53"/>
                  </a:lnTo>
                  <a:lnTo>
                    <a:pt x="19" y="52"/>
                  </a:lnTo>
                  <a:lnTo>
                    <a:pt x="25" y="36"/>
                  </a:lnTo>
                  <a:lnTo>
                    <a:pt x="21" y="19"/>
                  </a:lnTo>
                  <a:lnTo>
                    <a:pt x="19" y="0"/>
                  </a:lnTo>
                  <a:lnTo>
                    <a:pt x="10" y="0"/>
                  </a:lnTo>
                  <a:lnTo>
                    <a:pt x="12" y="19"/>
                  </a:lnTo>
                  <a:lnTo>
                    <a:pt x="13" y="36"/>
                  </a:lnTo>
                  <a:lnTo>
                    <a:pt x="13" y="43"/>
                  </a:lnTo>
                  <a:lnTo>
                    <a:pt x="0" y="44"/>
                  </a:lnTo>
                  <a:lnTo>
                    <a:pt x="0" y="5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3" name="Freeform 180">
              <a:extLst>
                <a:ext uri="{FF2B5EF4-FFF2-40B4-BE49-F238E27FC236}">
                  <a16:creationId xmlns:a16="http://schemas.microsoft.com/office/drawing/2014/main" id="{04417F97-17A7-4F0C-9EE2-0E9CCF5DAA71}"/>
                </a:ext>
              </a:extLst>
            </p:cNvPr>
            <p:cNvSpPr>
              <a:spLocks/>
            </p:cNvSpPr>
            <p:nvPr/>
          </p:nvSpPr>
          <p:spPr bwMode="auto">
            <a:xfrm>
              <a:off x="2465" y="2497"/>
              <a:ext cx="11" cy="26"/>
            </a:xfrm>
            <a:custGeom>
              <a:avLst/>
              <a:gdLst>
                <a:gd name="T0" fmla="*/ 0 w 34"/>
                <a:gd name="T1" fmla="*/ 0 h 78"/>
                <a:gd name="T2" fmla="*/ 0 w 34"/>
                <a:gd name="T3" fmla="*/ 0 h 78"/>
                <a:gd name="T4" fmla="*/ 0 w 34"/>
                <a:gd name="T5" fmla="*/ 0 h 78"/>
                <a:gd name="T6" fmla="*/ 0 w 34"/>
                <a:gd name="T7" fmla="*/ 0 h 78"/>
                <a:gd name="T8" fmla="*/ 0 w 34"/>
                <a:gd name="T9" fmla="*/ 0 h 78"/>
                <a:gd name="T10" fmla="*/ 0 w 34"/>
                <a:gd name="T11" fmla="*/ 0 h 78"/>
                <a:gd name="T12" fmla="*/ 0 w 34"/>
                <a:gd name="T13" fmla="*/ 0 h 78"/>
                <a:gd name="T14" fmla="*/ 0 w 34"/>
                <a:gd name="T15" fmla="*/ 0 h 78"/>
                <a:gd name="T16" fmla="*/ 0 w 34"/>
                <a:gd name="T17" fmla="*/ 0 h 78"/>
                <a:gd name="T18" fmla="*/ 0 w 34"/>
                <a:gd name="T19" fmla="*/ 0 h 78"/>
                <a:gd name="T20" fmla="*/ 0 w 34"/>
                <a:gd name="T21" fmla="*/ 0 h 78"/>
                <a:gd name="T22" fmla="*/ 0 w 34"/>
                <a:gd name="T23" fmla="*/ 0 h 78"/>
                <a:gd name="T24" fmla="*/ 0 w 34"/>
                <a:gd name="T25" fmla="*/ 0 h 78"/>
                <a:gd name="T26" fmla="*/ 0 w 34"/>
                <a:gd name="T27" fmla="*/ 0 h 78"/>
                <a:gd name="T28" fmla="*/ 0 w 34"/>
                <a:gd name="T29" fmla="*/ 0 h 78"/>
                <a:gd name="T30" fmla="*/ 0 w 34"/>
                <a:gd name="T31" fmla="*/ 0 h 78"/>
                <a:gd name="T32" fmla="*/ 0 w 34"/>
                <a:gd name="T33" fmla="*/ 0 h 78"/>
                <a:gd name="T34" fmla="*/ 0 w 34"/>
                <a:gd name="T35" fmla="*/ 0 h 7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4"/>
                <a:gd name="T55" fmla="*/ 0 h 78"/>
                <a:gd name="T56" fmla="*/ 34 w 34"/>
                <a:gd name="T57" fmla="*/ 78 h 7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4" h="78">
                  <a:moveTo>
                    <a:pt x="24" y="78"/>
                  </a:moveTo>
                  <a:lnTo>
                    <a:pt x="25" y="70"/>
                  </a:lnTo>
                  <a:lnTo>
                    <a:pt x="15" y="52"/>
                  </a:lnTo>
                  <a:lnTo>
                    <a:pt x="12" y="29"/>
                  </a:lnTo>
                  <a:lnTo>
                    <a:pt x="15" y="14"/>
                  </a:lnTo>
                  <a:lnTo>
                    <a:pt x="34" y="9"/>
                  </a:lnTo>
                  <a:lnTo>
                    <a:pt x="34" y="0"/>
                  </a:lnTo>
                  <a:lnTo>
                    <a:pt x="9" y="5"/>
                  </a:lnTo>
                  <a:lnTo>
                    <a:pt x="0" y="29"/>
                  </a:lnTo>
                  <a:lnTo>
                    <a:pt x="6" y="55"/>
                  </a:lnTo>
                  <a:lnTo>
                    <a:pt x="19" y="76"/>
                  </a:lnTo>
                  <a:lnTo>
                    <a:pt x="21" y="69"/>
                  </a:lnTo>
                  <a:lnTo>
                    <a:pt x="19" y="76"/>
                  </a:lnTo>
                  <a:lnTo>
                    <a:pt x="22" y="76"/>
                  </a:lnTo>
                  <a:lnTo>
                    <a:pt x="25" y="75"/>
                  </a:lnTo>
                  <a:lnTo>
                    <a:pt x="27" y="73"/>
                  </a:lnTo>
                  <a:lnTo>
                    <a:pt x="25" y="70"/>
                  </a:lnTo>
                  <a:lnTo>
                    <a:pt x="24" y="7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4" name="Freeform 181">
              <a:extLst>
                <a:ext uri="{FF2B5EF4-FFF2-40B4-BE49-F238E27FC236}">
                  <a16:creationId xmlns:a16="http://schemas.microsoft.com/office/drawing/2014/main" id="{F110A76C-AC5F-471B-9CE1-5477F92C9BDC}"/>
                </a:ext>
              </a:extLst>
            </p:cNvPr>
            <p:cNvSpPr>
              <a:spLocks/>
            </p:cNvSpPr>
            <p:nvPr/>
          </p:nvSpPr>
          <p:spPr bwMode="auto">
            <a:xfrm>
              <a:off x="2456" y="2520"/>
              <a:ext cx="17" cy="10"/>
            </a:xfrm>
            <a:custGeom>
              <a:avLst/>
              <a:gdLst>
                <a:gd name="T0" fmla="*/ 0 w 52"/>
                <a:gd name="T1" fmla="*/ 0 h 29"/>
                <a:gd name="T2" fmla="*/ 0 w 52"/>
                <a:gd name="T3" fmla="*/ 0 h 29"/>
                <a:gd name="T4" fmla="*/ 0 w 52"/>
                <a:gd name="T5" fmla="*/ 0 h 29"/>
                <a:gd name="T6" fmla="*/ 0 w 52"/>
                <a:gd name="T7" fmla="*/ 0 h 29"/>
                <a:gd name="T8" fmla="*/ 0 w 52"/>
                <a:gd name="T9" fmla="*/ 0 h 29"/>
                <a:gd name="T10" fmla="*/ 0 w 52"/>
                <a:gd name="T11" fmla="*/ 0 h 29"/>
                <a:gd name="T12" fmla="*/ 0 w 52"/>
                <a:gd name="T13" fmla="*/ 0 h 29"/>
                <a:gd name="T14" fmla="*/ 0 w 52"/>
                <a:gd name="T15" fmla="*/ 0 h 29"/>
                <a:gd name="T16" fmla="*/ 0 w 52"/>
                <a:gd name="T17" fmla="*/ 0 h 29"/>
                <a:gd name="T18" fmla="*/ 0 w 52"/>
                <a:gd name="T19" fmla="*/ 0 h 29"/>
                <a:gd name="T20" fmla="*/ 0 w 52"/>
                <a:gd name="T21" fmla="*/ 0 h 29"/>
                <a:gd name="T22" fmla="*/ 0 w 52"/>
                <a:gd name="T23" fmla="*/ 0 h 29"/>
                <a:gd name="T24" fmla="*/ 0 w 52"/>
                <a:gd name="T25" fmla="*/ 0 h 29"/>
                <a:gd name="T26" fmla="*/ 0 w 52"/>
                <a:gd name="T27" fmla="*/ 0 h 29"/>
                <a:gd name="T28" fmla="*/ 0 w 52"/>
                <a:gd name="T29" fmla="*/ 0 h 29"/>
                <a:gd name="T30" fmla="*/ 0 w 52"/>
                <a:gd name="T31" fmla="*/ 0 h 29"/>
                <a:gd name="T32" fmla="*/ 0 w 52"/>
                <a:gd name="T33" fmla="*/ 0 h 29"/>
                <a:gd name="T34" fmla="*/ 0 w 52"/>
                <a:gd name="T35" fmla="*/ 0 h 29"/>
                <a:gd name="T36" fmla="*/ 0 w 52"/>
                <a:gd name="T37" fmla="*/ 0 h 29"/>
                <a:gd name="T38" fmla="*/ 0 w 52"/>
                <a:gd name="T39" fmla="*/ 0 h 29"/>
                <a:gd name="T40" fmla="*/ 0 w 52"/>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29"/>
                <a:gd name="T65" fmla="*/ 52 w 52"/>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29">
                  <a:moveTo>
                    <a:pt x="0" y="26"/>
                  </a:moveTo>
                  <a:lnTo>
                    <a:pt x="0" y="26"/>
                  </a:lnTo>
                  <a:lnTo>
                    <a:pt x="9" y="28"/>
                  </a:lnTo>
                  <a:lnTo>
                    <a:pt x="13" y="29"/>
                  </a:lnTo>
                  <a:lnTo>
                    <a:pt x="19" y="28"/>
                  </a:lnTo>
                  <a:lnTo>
                    <a:pt x="25" y="25"/>
                  </a:lnTo>
                  <a:lnTo>
                    <a:pt x="30" y="22"/>
                  </a:lnTo>
                  <a:lnTo>
                    <a:pt x="35" y="17"/>
                  </a:lnTo>
                  <a:lnTo>
                    <a:pt x="41" y="13"/>
                  </a:lnTo>
                  <a:lnTo>
                    <a:pt x="52" y="9"/>
                  </a:lnTo>
                  <a:lnTo>
                    <a:pt x="49" y="0"/>
                  </a:lnTo>
                  <a:lnTo>
                    <a:pt x="38" y="4"/>
                  </a:lnTo>
                  <a:lnTo>
                    <a:pt x="30" y="9"/>
                  </a:lnTo>
                  <a:lnTo>
                    <a:pt x="24" y="13"/>
                  </a:lnTo>
                  <a:lnTo>
                    <a:pt x="19" y="16"/>
                  </a:lnTo>
                  <a:lnTo>
                    <a:pt x="16" y="19"/>
                  </a:lnTo>
                  <a:lnTo>
                    <a:pt x="13" y="17"/>
                  </a:lnTo>
                  <a:lnTo>
                    <a:pt x="9" y="19"/>
                  </a:lnTo>
                  <a:lnTo>
                    <a:pt x="3" y="17"/>
                  </a:lnTo>
                  <a:lnTo>
                    <a:pt x="0" y="2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5" name="Freeform 182">
              <a:extLst>
                <a:ext uri="{FF2B5EF4-FFF2-40B4-BE49-F238E27FC236}">
                  <a16:creationId xmlns:a16="http://schemas.microsoft.com/office/drawing/2014/main" id="{83493D98-6529-479E-B0D1-4DC6BC009436}"/>
                </a:ext>
              </a:extLst>
            </p:cNvPr>
            <p:cNvSpPr>
              <a:spLocks/>
            </p:cNvSpPr>
            <p:nvPr/>
          </p:nvSpPr>
          <p:spPr bwMode="auto">
            <a:xfrm>
              <a:off x="2448" y="2525"/>
              <a:ext cx="9" cy="5"/>
            </a:xfrm>
            <a:custGeom>
              <a:avLst/>
              <a:gdLst>
                <a:gd name="T0" fmla="*/ 0 w 27"/>
                <a:gd name="T1" fmla="*/ 0 h 14"/>
                <a:gd name="T2" fmla="*/ 0 w 27"/>
                <a:gd name="T3" fmla="*/ 0 h 14"/>
                <a:gd name="T4" fmla="*/ 0 w 27"/>
                <a:gd name="T5" fmla="*/ 0 h 14"/>
                <a:gd name="T6" fmla="*/ 0 w 27"/>
                <a:gd name="T7" fmla="*/ 0 h 14"/>
                <a:gd name="T8" fmla="*/ 0 w 27"/>
                <a:gd name="T9" fmla="*/ 0 h 14"/>
                <a:gd name="T10" fmla="*/ 0 w 27"/>
                <a:gd name="T11" fmla="*/ 0 h 14"/>
                <a:gd name="T12" fmla="*/ 0 w 27"/>
                <a:gd name="T13" fmla="*/ 0 h 14"/>
                <a:gd name="T14" fmla="*/ 0 w 27"/>
                <a:gd name="T15" fmla="*/ 0 h 14"/>
                <a:gd name="T16" fmla="*/ 0 w 27"/>
                <a:gd name="T17" fmla="*/ 0 h 14"/>
                <a:gd name="T18" fmla="*/ 0 w 27"/>
                <a:gd name="T19" fmla="*/ 0 h 14"/>
                <a:gd name="T20" fmla="*/ 0 w 27"/>
                <a:gd name="T21" fmla="*/ 0 h 14"/>
                <a:gd name="T22" fmla="*/ 0 w 27"/>
                <a:gd name="T23" fmla="*/ 0 h 14"/>
                <a:gd name="T24" fmla="*/ 0 w 27"/>
                <a:gd name="T25" fmla="*/ 0 h 14"/>
                <a:gd name="T26" fmla="*/ 0 w 27"/>
                <a:gd name="T27" fmla="*/ 0 h 14"/>
                <a:gd name="T28" fmla="*/ 0 w 27"/>
                <a:gd name="T29" fmla="*/ 0 h 14"/>
                <a:gd name="T30" fmla="*/ 0 w 27"/>
                <a:gd name="T31" fmla="*/ 0 h 14"/>
                <a:gd name="T32" fmla="*/ 0 w 27"/>
                <a:gd name="T33" fmla="*/ 0 h 14"/>
                <a:gd name="T34" fmla="*/ 0 w 27"/>
                <a:gd name="T35" fmla="*/ 0 h 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
                <a:gd name="T55" fmla="*/ 0 h 14"/>
                <a:gd name="T56" fmla="*/ 27 w 27"/>
                <a:gd name="T57" fmla="*/ 14 h 1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 h="14">
                  <a:moveTo>
                    <a:pt x="11" y="7"/>
                  </a:moveTo>
                  <a:lnTo>
                    <a:pt x="6" y="14"/>
                  </a:lnTo>
                  <a:lnTo>
                    <a:pt x="11" y="13"/>
                  </a:lnTo>
                  <a:lnTo>
                    <a:pt x="15" y="11"/>
                  </a:lnTo>
                  <a:lnTo>
                    <a:pt x="19" y="11"/>
                  </a:lnTo>
                  <a:lnTo>
                    <a:pt x="24" y="11"/>
                  </a:lnTo>
                  <a:lnTo>
                    <a:pt x="27" y="2"/>
                  </a:lnTo>
                  <a:lnTo>
                    <a:pt x="19" y="0"/>
                  </a:lnTo>
                  <a:lnTo>
                    <a:pt x="12" y="2"/>
                  </a:lnTo>
                  <a:lnTo>
                    <a:pt x="11" y="4"/>
                  </a:lnTo>
                  <a:lnTo>
                    <a:pt x="6" y="2"/>
                  </a:lnTo>
                  <a:lnTo>
                    <a:pt x="2" y="10"/>
                  </a:lnTo>
                  <a:lnTo>
                    <a:pt x="6" y="2"/>
                  </a:lnTo>
                  <a:lnTo>
                    <a:pt x="2" y="4"/>
                  </a:lnTo>
                  <a:lnTo>
                    <a:pt x="0" y="8"/>
                  </a:lnTo>
                  <a:lnTo>
                    <a:pt x="2" y="13"/>
                  </a:lnTo>
                  <a:lnTo>
                    <a:pt x="6" y="14"/>
                  </a:lnTo>
                  <a:lnTo>
                    <a:pt x="11" y="7"/>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6" name="Freeform 183">
              <a:extLst>
                <a:ext uri="{FF2B5EF4-FFF2-40B4-BE49-F238E27FC236}">
                  <a16:creationId xmlns:a16="http://schemas.microsoft.com/office/drawing/2014/main" id="{314C23BF-733F-4FA9-8CDF-4D91617DA622}"/>
                </a:ext>
              </a:extLst>
            </p:cNvPr>
            <p:cNvSpPr>
              <a:spLocks/>
            </p:cNvSpPr>
            <p:nvPr/>
          </p:nvSpPr>
          <p:spPr bwMode="auto">
            <a:xfrm>
              <a:off x="2445" y="2528"/>
              <a:ext cx="6" cy="8"/>
            </a:xfrm>
            <a:custGeom>
              <a:avLst/>
              <a:gdLst>
                <a:gd name="T0" fmla="*/ 0 w 18"/>
                <a:gd name="T1" fmla="*/ 0 h 24"/>
                <a:gd name="T2" fmla="*/ 0 w 18"/>
                <a:gd name="T3" fmla="*/ 0 h 24"/>
                <a:gd name="T4" fmla="*/ 0 w 18"/>
                <a:gd name="T5" fmla="*/ 0 h 24"/>
                <a:gd name="T6" fmla="*/ 0 w 18"/>
                <a:gd name="T7" fmla="*/ 0 h 24"/>
                <a:gd name="T8" fmla="*/ 0 w 18"/>
                <a:gd name="T9" fmla="*/ 0 h 24"/>
                <a:gd name="T10" fmla="*/ 0 w 18"/>
                <a:gd name="T11" fmla="*/ 0 h 24"/>
                <a:gd name="T12" fmla="*/ 0 w 18"/>
                <a:gd name="T13" fmla="*/ 0 h 24"/>
                <a:gd name="T14" fmla="*/ 0 w 18"/>
                <a:gd name="T15" fmla="*/ 0 h 24"/>
                <a:gd name="T16" fmla="*/ 0 w 18"/>
                <a:gd name="T17" fmla="*/ 0 h 24"/>
                <a:gd name="T18" fmla="*/ 0 w 18"/>
                <a:gd name="T19" fmla="*/ 0 h 24"/>
                <a:gd name="T20" fmla="*/ 0 w 18"/>
                <a:gd name="T21" fmla="*/ 0 h 24"/>
                <a:gd name="T22" fmla="*/ 0 w 18"/>
                <a:gd name="T23" fmla="*/ 0 h 24"/>
                <a:gd name="T24" fmla="*/ 0 w 18"/>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
                <a:gd name="T40" fmla="*/ 0 h 24"/>
                <a:gd name="T41" fmla="*/ 18 w 18"/>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 h="24">
                  <a:moveTo>
                    <a:pt x="6" y="24"/>
                  </a:moveTo>
                  <a:lnTo>
                    <a:pt x="4" y="24"/>
                  </a:lnTo>
                  <a:lnTo>
                    <a:pt x="12" y="18"/>
                  </a:lnTo>
                  <a:lnTo>
                    <a:pt x="16" y="12"/>
                  </a:lnTo>
                  <a:lnTo>
                    <a:pt x="18" y="6"/>
                  </a:lnTo>
                  <a:lnTo>
                    <a:pt x="18" y="0"/>
                  </a:lnTo>
                  <a:lnTo>
                    <a:pt x="9" y="3"/>
                  </a:lnTo>
                  <a:lnTo>
                    <a:pt x="9" y="6"/>
                  </a:lnTo>
                  <a:lnTo>
                    <a:pt x="7" y="9"/>
                  </a:lnTo>
                  <a:lnTo>
                    <a:pt x="6" y="12"/>
                  </a:lnTo>
                  <a:lnTo>
                    <a:pt x="1" y="15"/>
                  </a:lnTo>
                  <a:lnTo>
                    <a:pt x="0" y="15"/>
                  </a:lnTo>
                  <a:lnTo>
                    <a:pt x="6" y="2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7" name="Freeform 184">
              <a:extLst>
                <a:ext uri="{FF2B5EF4-FFF2-40B4-BE49-F238E27FC236}">
                  <a16:creationId xmlns:a16="http://schemas.microsoft.com/office/drawing/2014/main" id="{D0901A5D-B415-4990-84DB-B62E481C3AA8}"/>
                </a:ext>
              </a:extLst>
            </p:cNvPr>
            <p:cNvSpPr>
              <a:spLocks/>
            </p:cNvSpPr>
            <p:nvPr/>
          </p:nvSpPr>
          <p:spPr bwMode="auto">
            <a:xfrm>
              <a:off x="2437" y="2533"/>
              <a:ext cx="10" cy="7"/>
            </a:xfrm>
            <a:custGeom>
              <a:avLst/>
              <a:gdLst>
                <a:gd name="T0" fmla="*/ 0 w 30"/>
                <a:gd name="T1" fmla="*/ 0 h 22"/>
                <a:gd name="T2" fmla="*/ 0 w 30"/>
                <a:gd name="T3" fmla="*/ 0 h 22"/>
                <a:gd name="T4" fmla="*/ 0 w 30"/>
                <a:gd name="T5" fmla="*/ 0 h 22"/>
                <a:gd name="T6" fmla="*/ 0 w 30"/>
                <a:gd name="T7" fmla="*/ 0 h 22"/>
                <a:gd name="T8" fmla="*/ 0 w 30"/>
                <a:gd name="T9" fmla="*/ 0 h 22"/>
                <a:gd name="T10" fmla="*/ 0 w 30"/>
                <a:gd name="T11" fmla="*/ 0 h 22"/>
                <a:gd name="T12" fmla="*/ 0 w 30"/>
                <a:gd name="T13" fmla="*/ 0 h 22"/>
                <a:gd name="T14" fmla="*/ 0 w 30"/>
                <a:gd name="T15" fmla="*/ 0 h 22"/>
                <a:gd name="T16" fmla="*/ 0 w 30"/>
                <a:gd name="T17" fmla="*/ 0 h 22"/>
                <a:gd name="T18" fmla="*/ 0 w 30"/>
                <a:gd name="T19" fmla="*/ 0 h 22"/>
                <a:gd name="T20" fmla="*/ 0 w 30"/>
                <a:gd name="T21" fmla="*/ 0 h 22"/>
                <a:gd name="T22" fmla="*/ 0 w 30"/>
                <a:gd name="T23" fmla="*/ 0 h 22"/>
                <a:gd name="T24" fmla="*/ 0 w 30"/>
                <a:gd name="T25" fmla="*/ 0 h 22"/>
                <a:gd name="T26" fmla="*/ 0 w 30"/>
                <a:gd name="T27" fmla="*/ 0 h 22"/>
                <a:gd name="T28" fmla="*/ 0 w 30"/>
                <a:gd name="T29" fmla="*/ 0 h 22"/>
                <a:gd name="T30" fmla="*/ 0 w 30"/>
                <a:gd name="T31" fmla="*/ 0 h 22"/>
                <a:gd name="T32" fmla="*/ 0 w 30"/>
                <a:gd name="T33" fmla="*/ 0 h 22"/>
                <a:gd name="T34" fmla="*/ 0 w 30"/>
                <a:gd name="T35" fmla="*/ 0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0"/>
                <a:gd name="T55" fmla="*/ 0 h 22"/>
                <a:gd name="T56" fmla="*/ 30 w 30"/>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0" h="22">
                  <a:moveTo>
                    <a:pt x="4" y="13"/>
                  </a:moveTo>
                  <a:lnTo>
                    <a:pt x="6" y="22"/>
                  </a:lnTo>
                  <a:lnTo>
                    <a:pt x="12" y="19"/>
                  </a:lnTo>
                  <a:lnTo>
                    <a:pt x="18" y="16"/>
                  </a:lnTo>
                  <a:lnTo>
                    <a:pt x="24" y="13"/>
                  </a:lnTo>
                  <a:lnTo>
                    <a:pt x="30" y="9"/>
                  </a:lnTo>
                  <a:lnTo>
                    <a:pt x="24" y="0"/>
                  </a:lnTo>
                  <a:lnTo>
                    <a:pt x="18" y="4"/>
                  </a:lnTo>
                  <a:lnTo>
                    <a:pt x="15" y="7"/>
                  </a:lnTo>
                  <a:lnTo>
                    <a:pt x="9" y="10"/>
                  </a:lnTo>
                  <a:lnTo>
                    <a:pt x="3" y="13"/>
                  </a:lnTo>
                  <a:lnTo>
                    <a:pt x="4" y="22"/>
                  </a:lnTo>
                  <a:lnTo>
                    <a:pt x="3" y="13"/>
                  </a:lnTo>
                  <a:lnTo>
                    <a:pt x="0" y="15"/>
                  </a:lnTo>
                  <a:lnTo>
                    <a:pt x="0" y="19"/>
                  </a:lnTo>
                  <a:lnTo>
                    <a:pt x="2" y="22"/>
                  </a:lnTo>
                  <a:lnTo>
                    <a:pt x="6" y="22"/>
                  </a:lnTo>
                  <a:lnTo>
                    <a:pt x="4" y="1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8" name="Freeform 185">
              <a:extLst>
                <a:ext uri="{FF2B5EF4-FFF2-40B4-BE49-F238E27FC236}">
                  <a16:creationId xmlns:a16="http://schemas.microsoft.com/office/drawing/2014/main" id="{6FC66CC2-180B-4DBD-9F70-3C82C4CC31AE}"/>
                </a:ext>
              </a:extLst>
            </p:cNvPr>
            <p:cNvSpPr>
              <a:spLocks/>
            </p:cNvSpPr>
            <p:nvPr/>
          </p:nvSpPr>
          <p:spPr bwMode="auto">
            <a:xfrm>
              <a:off x="2533" y="2767"/>
              <a:ext cx="38" cy="50"/>
            </a:xfrm>
            <a:custGeom>
              <a:avLst/>
              <a:gdLst>
                <a:gd name="T0" fmla="*/ 0 w 114"/>
                <a:gd name="T1" fmla="*/ 0 h 152"/>
                <a:gd name="T2" fmla="*/ 0 w 114"/>
                <a:gd name="T3" fmla="*/ 0 h 152"/>
                <a:gd name="T4" fmla="*/ 0 w 114"/>
                <a:gd name="T5" fmla="*/ 0 h 152"/>
                <a:gd name="T6" fmla="*/ 0 w 114"/>
                <a:gd name="T7" fmla="*/ 0 h 152"/>
                <a:gd name="T8" fmla="*/ 0 w 114"/>
                <a:gd name="T9" fmla="*/ 0 h 152"/>
                <a:gd name="T10" fmla="*/ 0 w 114"/>
                <a:gd name="T11" fmla="*/ 0 h 152"/>
                <a:gd name="T12" fmla="*/ 0 w 114"/>
                <a:gd name="T13" fmla="*/ 0 h 152"/>
                <a:gd name="T14" fmla="*/ 0 w 114"/>
                <a:gd name="T15" fmla="*/ 0 h 152"/>
                <a:gd name="T16" fmla="*/ 0 w 114"/>
                <a:gd name="T17" fmla="*/ 0 h 152"/>
                <a:gd name="T18" fmla="*/ 0 w 114"/>
                <a:gd name="T19" fmla="*/ 0 h 152"/>
                <a:gd name="T20" fmla="*/ 0 w 114"/>
                <a:gd name="T21" fmla="*/ 0 h 152"/>
                <a:gd name="T22" fmla="*/ 0 w 114"/>
                <a:gd name="T23" fmla="*/ 0 h 152"/>
                <a:gd name="T24" fmla="*/ 0 w 114"/>
                <a:gd name="T25" fmla="*/ 0 h 152"/>
                <a:gd name="T26" fmla="*/ 0 w 114"/>
                <a:gd name="T27" fmla="*/ 0 h 152"/>
                <a:gd name="T28" fmla="*/ 0 w 114"/>
                <a:gd name="T29" fmla="*/ 0 h 152"/>
                <a:gd name="T30" fmla="*/ 0 w 114"/>
                <a:gd name="T31" fmla="*/ 0 h 152"/>
                <a:gd name="T32" fmla="*/ 0 w 114"/>
                <a:gd name="T33" fmla="*/ 0 h 152"/>
                <a:gd name="T34" fmla="*/ 0 w 114"/>
                <a:gd name="T35" fmla="*/ 0 h 152"/>
                <a:gd name="T36" fmla="*/ 0 w 114"/>
                <a:gd name="T37" fmla="*/ 0 h 152"/>
                <a:gd name="T38" fmla="*/ 0 w 114"/>
                <a:gd name="T39" fmla="*/ 0 h 152"/>
                <a:gd name="T40" fmla="*/ 0 w 114"/>
                <a:gd name="T41" fmla="*/ 0 h 152"/>
                <a:gd name="T42" fmla="*/ 0 w 114"/>
                <a:gd name="T43" fmla="*/ 0 h 152"/>
                <a:gd name="T44" fmla="*/ 0 w 114"/>
                <a:gd name="T45" fmla="*/ 0 h 152"/>
                <a:gd name="T46" fmla="*/ 0 w 114"/>
                <a:gd name="T47" fmla="*/ 0 h 152"/>
                <a:gd name="T48" fmla="*/ 0 w 114"/>
                <a:gd name="T49" fmla="*/ 0 h 152"/>
                <a:gd name="T50" fmla="*/ 0 w 114"/>
                <a:gd name="T51" fmla="*/ 0 h 152"/>
                <a:gd name="T52" fmla="*/ 0 w 114"/>
                <a:gd name="T53" fmla="*/ 0 h 152"/>
                <a:gd name="T54" fmla="*/ 0 w 114"/>
                <a:gd name="T55" fmla="*/ 0 h 152"/>
                <a:gd name="T56" fmla="*/ 0 w 114"/>
                <a:gd name="T57" fmla="*/ 0 h 152"/>
                <a:gd name="T58" fmla="*/ 0 w 114"/>
                <a:gd name="T59" fmla="*/ 0 h 152"/>
                <a:gd name="T60" fmla="*/ 0 w 114"/>
                <a:gd name="T61" fmla="*/ 0 h 152"/>
                <a:gd name="T62" fmla="*/ 0 w 114"/>
                <a:gd name="T63" fmla="*/ 0 h 152"/>
                <a:gd name="T64" fmla="*/ 0 w 114"/>
                <a:gd name="T65" fmla="*/ 0 h 152"/>
                <a:gd name="T66" fmla="*/ 0 w 114"/>
                <a:gd name="T67" fmla="*/ 0 h 152"/>
                <a:gd name="T68" fmla="*/ 0 w 114"/>
                <a:gd name="T69" fmla="*/ 0 h 152"/>
                <a:gd name="T70" fmla="*/ 0 w 114"/>
                <a:gd name="T71" fmla="*/ 0 h 152"/>
                <a:gd name="T72" fmla="*/ 0 w 114"/>
                <a:gd name="T73" fmla="*/ 0 h 152"/>
                <a:gd name="T74" fmla="*/ 0 w 114"/>
                <a:gd name="T75" fmla="*/ 0 h 152"/>
                <a:gd name="T76" fmla="*/ 0 w 114"/>
                <a:gd name="T77" fmla="*/ 0 h 152"/>
                <a:gd name="T78" fmla="*/ 0 w 114"/>
                <a:gd name="T79" fmla="*/ 0 h 152"/>
                <a:gd name="T80" fmla="*/ 0 w 114"/>
                <a:gd name="T81" fmla="*/ 0 h 15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152"/>
                <a:gd name="T125" fmla="*/ 114 w 114"/>
                <a:gd name="T126" fmla="*/ 152 h 15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152">
                  <a:moveTo>
                    <a:pt x="28" y="141"/>
                  </a:moveTo>
                  <a:lnTo>
                    <a:pt x="36" y="146"/>
                  </a:lnTo>
                  <a:lnTo>
                    <a:pt x="43" y="151"/>
                  </a:lnTo>
                  <a:lnTo>
                    <a:pt x="50" y="152"/>
                  </a:lnTo>
                  <a:lnTo>
                    <a:pt x="58" y="151"/>
                  </a:lnTo>
                  <a:lnTo>
                    <a:pt x="73" y="142"/>
                  </a:lnTo>
                  <a:lnTo>
                    <a:pt x="84" y="127"/>
                  </a:lnTo>
                  <a:lnTo>
                    <a:pt x="92" y="106"/>
                  </a:lnTo>
                  <a:lnTo>
                    <a:pt x="96" y="86"/>
                  </a:lnTo>
                  <a:lnTo>
                    <a:pt x="107" y="84"/>
                  </a:lnTo>
                  <a:lnTo>
                    <a:pt x="113" y="80"/>
                  </a:lnTo>
                  <a:lnTo>
                    <a:pt x="114" y="74"/>
                  </a:lnTo>
                  <a:lnTo>
                    <a:pt x="114" y="69"/>
                  </a:lnTo>
                  <a:lnTo>
                    <a:pt x="113" y="60"/>
                  </a:lnTo>
                  <a:lnTo>
                    <a:pt x="111" y="52"/>
                  </a:lnTo>
                  <a:lnTo>
                    <a:pt x="108" y="43"/>
                  </a:lnTo>
                  <a:lnTo>
                    <a:pt x="105" y="35"/>
                  </a:lnTo>
                  <a:lnTo>
                    <a:pt x="101" y="25"/>
                  </a:lnTo>
                  <a:lnTo>
                    <a:pt x="96" y="14"/>
                  </a:lnTo>
                  <a:lnTo>
                    <a:pt x="89" y="7"/>
                  </a:lnTo>
                  <a:lnTo>
                    <a:pt x="81" y="3"/>
                  </a:lnTo>
                  <a:lnTo>
                    <a:pt x="77" y="1"/>
                  </a:lnTo>
                  <a:lnTo>
                    <a:pt x="73" y="1"/>
                  </a:lnTo>
                  <a:lnTo>
                    <a:pt x="68" y="0"/>
                  </a:lnTo>
                  <a:lnTo>
                    <a:pt x="64" y="0"/>
                  </a:lnTo>
                  <a:lnTo>
                    <a:pt x="55" y="0"/>
                  </a:lnTo>
                  <a:lnTo>
                    <a:pt x="46" y="1"/>
                  </a:lnTo>
                  <a:lnTo>
                    <a:pt x="37" y="4"/>
                  </a:lnTo>
                  <a:lnTo>
                    <a:pt x="30" y="6"/>
                  </a:lnTo>
                  <a:lnTo>
                    <a:pt x="22" y="8"/>
                  </a:lnTo>
                  <a:lnTo>
                    <a:pt x="16" y="11"/>
                  </a:lnTo>
                  <a:lnTo>
                    <a:pt x="10" y="16"/>
                  </a:lnTo>
                  <a:lnTo>
                    <a:pt x="6" y="19"/>
                  </a:lnTo>
                  <a:lnTo>
                    <a:pt x="3" y="22"/>
                  </a:lnTo>
                  <a:lnTo>
                    <a:pt x="1" y="26"/>
                  </a:lnTo>
                  <a:lnTo>
                    <a:pt x="0" y="29"/>
                  </a:lnTo>
                  <a:lnTo>
                    <a:pt x="0" y="34"/>
                  </a:lnTo>
                  <a:lnTo>
                    <a:pt x="7" y="62"/>
                  </a:lnTo>
                  <a:lnTo>
                    <a:pt x="10" y="92"/>
                  </a:lnTo>
                  <a:lnTo>
                    <a:pt x="16" y="118"/>
                  </a:lnTo>
                  <a:lnTo>
                    <a:pt x="28" y="141"/>
                  </a:lnTo>
                  <a:close/>
                </a:path>
              </a:pathLst>
            </a:custGeom>
            <a:solidFill>
              <a:srgbClr val="FFCC99"/>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59" name="Freeform 186">
              <a:extLst>
                <a:ext uri="{FF2B5EF4-FFF2-40B4-BE49-F238E27FC236}">
                  <a16:creationId xmlns:a16="http://schemas.microsoft.com/office/drawing/2014/main" id="{4407F15E-CA7D-4EC7-9F38-08B5DBF61B3E}"/>
                </a:ext>
              </a:extLst>
            </p:cNvPr>
            <p:cNvSpPr>
              <a:spLocks/>
            </p:cNvSpPr>
            <p:nvPr/>
          </p:nvSpPr>
          <p:spPr bwMode="auto">
            <a:xfrm>
              <a:off x="2541" y="2813"/>
              <a:ext cx="12" cy="6"/>
            </a:xfrm>
            <a:custGeom>
              <a:avLst/>
              <a:gdLst>
                <a:gd name="T0" fmla="*/ 0 w 38"/>
                <a:gd name="T1" fmla="*/ 0 h 20"/>
                <a:gd name="T2" fmla="*/ 0 w 38"/>
                <a:gd name="T3" fmla="*/ 0 h 20"/>
                <a:gd name="T4" fmla="*/ 0 w 38"/>
                <a:gd name="T5" fmla="*/ 0 h 20"/>
                <a:gd name="T6" fmla="*/ 0 w 38"/>
                <a:gd name="T7" fmla="*/ 0 h 20"/>
                <a:gd name="T8" fmla="*/ 0 w 38"/>
                <a:gd name="T9" fmla="*/ 0 h 20"/>
                <a:gd name="T10" fmla="*/ 0 w 38"/>
                <a:gd name="T11" fmla="*/ 0 h 20"/>
                <a:gd name="T12" fmla="*/ 0 w 38"/>
                <a:gd name="T13" fmla="*/ 0 h 20"/>
                <a:gd name="T14" fmla="*/ 0 w 38"/>
                <a:gd name="T15" fmla="*/ 0 h 20"/>
                <a:gd name="T16" fmla="*/ 0 w 38"/>
                <a:gd name="T17" fmla="*/ 0 h 20"/>
                <a:gd name="T18" fmla="*/ 0 w 38"/>
                <a:gd name="T19" fmla="*/ 0 h 20"/>
                <a:gd name="T20" fmla="*/ 0 w 38"/>
                <a:gd name="T21" fmla="*/ 0 h 20"/>
                <a:gd name="T22" fmla="*/ 0 w 38"/>
                <a:gd name="T23" fmla="*/ 0 h 20"/>
                <a:gd name="T24" fmla="*/ 0 w 38"/>
                <a:gd name="T25" fmla="*/ 0 h 20"/>
                <a:gd name="T26" fmla="*/ 0 w 38"/>
                <a:gd name="T27" fmla="*/ 0 h 20"/>
                <a:gd name="T28" fmla="*/ 0 w 38"/>
                <a:gd name="T29" fmla="*/ 0 h 20"/>
                <a:gd name="T30" fmla="*/ 0 w 38"/>
                <a:gd name="T31" fmla="*/ 0 h 20"/>
                <a:gd name="T32" fmla="*/ 0 w 38"/>
                <a:gd name="T33" fmla="*/ 0 h 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8"/>
                <a:gd name="T52" fmla="*/ 0 h 20"/>
                <a:gd name="T53" fmla="*/ 38 w 38"/>
                <a:gd name="T54" fmla="*/ 20 h 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8" h="20">
                  <a:moveTo>
                    <a:pt x="32" y="8"/>
                  </a:moveTo>
                  <a:lnTo>
                    <a:pt x="32" y="8"/>
                  </a:lnTo>
                  <a:lnTo>
                    <a:pt x="26" y="8"/>
                  </a:lnTo>
                  <a:lnTo>
                    <a:pt x="20" y="8"/>
                  </a:lnTo>
                  <a:lnTo>
                    <a:pt x="15" y="4"/>
                  </a:lnTo>
                  <a:lnTo>
                    <a:pt x="9" y="0"/>
                  </a:lnTo>
                  <a:lnTo>
                    <a:pt x="0" y="5"/>
                  </a:lnTo>
                  <a:lnTo>
                    <a:pt x="9" y="13"/>
                  </a:lnTo>
                  <a:lnTo>
                    <a:pt x="17" y="17"/>
                  </a:lnTo>
                  <a:lnTo>
                    <a:pt x="26" y="20"/>
                  </a:lnTo>
                  <a:lnTo>
                    <a:pt x="35" y="17"/>
                  </a:lnTo>
                  <a:lnTo>
                    <a:pt x="38" y="14"/>
                  </a:lnTo>
                  <a:lnTo>
                    <a:pt x="38" y="11"/>
                  </a:lnTo>
                  <a:lnTo>
                    <a:pt x="37" y="8"/>
                  </a:lnTo>
                  <a:lnTo>
                    <a:pt x="32" y="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0" name="Freeform 187">
              <a:extLst>
                <a:ext uri="{FF2B5EF4-FFF2-40B4-BE49-F238E27FC236}">
                  <a16:creationId xmlns:a16="http://schemas.microsoft.com/office/drawing/2014/main" id="{E199773D-DCA7-4F5C-82B8-2A97CABC95E8}"/>
                </a:ext>
              </a:extLst>
            </p:cNvPr>
            <p:cNvSpPr>
              <a:spLocks/>
            </p:cNvSpPr>
            <p:nvPr/>
          </p:nvSpPr>
          <p:spPr bwMode="auto">
            <a:xfrm>
              <a:off x="2551" y="2794"/>
              <a:ext cx="15" cy="24"/>
            </a:xfrm>
            <a:custGeom>
              <a:avLst/>
              <a:gdLst>
                <a:gd name="T0" fmla="*/ 0 w 45"/>
                <a:gd name="T1" fmla="*/ 0 h 74"/>
                <a:gd name="T2" fmla="*/ 0 w 45"/>
                <a:gd name="T3" fmla="*/ 0 h 74"/>
                <a:gd name="T4" fmla="*/ 0 w 45"/>
                <a:gd name="T5" fmla="*/ 0 h 74"/>
                <a:gd name="T6" fmla="*/ 0 w 45"/>
                <a:gd name="T7" fmla="*/ 0 h 74"/>
                <a:gd name="T8" fmla="*/ 0 w 45"/>
                <a:gd name="T9" fmla="*/ 0 h 74"/>
                <a:gd name="T10" fmla="*/ 0 w 45"/>
                <a:gd name="T11" fmla="*/ 0 h 74"/>
                <a:gd name="T12" fmla="*/ 0 w 45"/>
                <a:gd name="T13" fmla="*/ 0 h 74"/>
                <a:gd name="T14" fmla="*/ 0 w 45"/>
                <a:gd name="T15" fmla="*/ 0 h 74"/>
                <a:gd name="T16" fmla="*/ 0 w 45"/>
                <a:gd name="T17" fmla="*/ 0 h 74"/>
                <a:gd name="T18" fmla="*/ 0 w 45"/>
                <a:gd name="T19" fmla="*/ 0 h 74"/>
                <a:gd name="T20" fmla="*/ 0 w 45"/>
                <a:gd name="T21" fmla="*/ 0 h 74"/>
                <a:gd name="T22" fmla="*/ 0 w 45"/>
                <a:gd name="T23" fmla="*/ 0 h 74"/>
                <a:gd name="T24" fmla="*/ 0 w 45"/>
                <a:gd name="T25" fmla="*/ 0 h 74"/>
                <a:gd name="T26" fmla="*/ 0 w 45"/>
                <a:gd name="T27" fmla="*/ 0 h 74"/>
                <a:gd name="T28" fmla="*/ 0 w 45"/>
                <a:gd name="T29" fmla="*/ 0 h 74"/>
                <a:gd name="T30" fmla="*/ 0 w 45"/>
                <a:gd name="T31" fmla="*/ 0 h 74"/>
                <a:gd name="T32" fmla="*/ 0 w 45"/>
                <a:gd name="T33" fmla="*/ 0 h 74"/>
                <a:gd name="T34" fmla="*/ 0 w 45"/>
                <a:gd name="T35" fmla="*/ 0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5"/>
                <a:gd name="T55" fmla="*/ 0 h 74"/>
                <a:gd name="T56" fmla="*/ 45 w 45"/>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5" h="74">
                  <a:moveTo>
                    <a:pt x="40" y="0"/>
                  </a:moveTo>
                  <a:lnTo>
                    <a:pt x="36" y="5"/>
                  </a:lnTo>
                  <a:lnTo>
                    <a:pt x="31" y="24"/>
                  </a:lnTo>
                  <a:lnTo>
                    <a:pt x="24" y="45"/>
                  </a:lnTo>
                  <a:lnTo>
                    <a:pt x="14" y="58"/>
                  </a:lnTo>
                  <a:lnTo>
                    <a:pt x="0" y="65"/>
                  </a:lnTo>
                  <a:lnTo>
                    <a:pt x="3" y="74"/>
                  </a:lnTo>
                  <a:lnTo>
                    <a:pt x="20" y="64"/>
                  </a:lnTo>
                  <a:lnTo>
                    <a:pt x="33" y="48"/>
                  </a:lnTo>
                  <a:lnTo>
                    <a:pt x="40" y="27"/>
                  </a:lnTo>
                  <a:lnTo>
                    <a:pt x="45" y="5"/>
                  </a:lnTo>
                  <a:lnTo>
                    <a:pt x="40" y="9"/>
                  </a:lnTo>
                  <a:lnTo>
                    <a:pt x="45" y="5"/>
                  </a:lnTo>
                  <a:lnTo>
                    <a:pt x="43" y="2"/>
                  </a:lnTo>
                  <a:lnTo>
                    <a:pt x="40" y="0"/>
                  </a:lnTo>
                  <a:lnTo>
                    <a:pt x="37" y="2"/>
                  </a:lnTo>
                  <a:lnTo>
                    <a:pt x="36" y="5"/>
                  </a:lnTo>
                  <a:lnTo>
                    <a:pt x="4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1" name="Freeform 188">
              <a:extLst>
                <a:ext uri="{FF2B5EF4-FFF2-40B4-BE49-F238E27FC236}">
                  <a16:creationId xmlns:a16="http://schemas.microsoft.com/office/drawing/2014/main" id="{9057708D-0814-42A0-9E3E-2C1C88D25E2E}"/>
                </a:ext>
              </a:extLst>
            </p:cNvPr>
            <p:cNvSpPr>
              <a:spLocks/>
            </p:cNvSpPr>
            <p:nvPr/>
          </p:nvSpPr>
          <p:spPr bwMode="auto">
            <a:xfrm>
              <a:off x="2565" y="2789"/>
              <a:ext cx="7" cy="8"/>
            </a:xfrm>
            <a:custGeom>
              <a:avLst/>
              <a:gdLst>
                <a:gd name="T0" fmla="*/ 0 w 23"/>
                <a:gd name="T1" fmla="*/ 0 h 22"/>
                <a:gd name="T2" fmla="*/ 0 w 23"/>
                <a:gd name="T3" fmla="*/ 0 h 22"/>
                <a:gd name="T4" fmla="*/ 0 w 23"/>
                <a:gd name="T5" fmla="*/ 0 h 22"/>
                <a:gd name="T6" fmla="*/ 0 w 23"/>
                <a:gd name="T7" fmla="*/ 0 h 22"/>
                <a:gd name="T8" fmla="*/ 0 w 23"/>
                <a:gd name="T9" fmla="*/ 0 h 22"/>
                <a:gd name="T10" fmla="*/ 0 w 23"/>
                <a:gd name="T11" fmla="*/ 0 h 22"/>
                <a:gd name="T12" fmla="*/ 0 w 23"/>
                <a:gd name="T13" fmla="*/ 0 h 22"/>
                <a:gd name="T14" fmla="*/ 0 w 23"/>
                <a:gd name="T15" fmla="*/ 0 h 22"/>
                <a:gd name="T16" fmla="*/ 0 w 23"/>
                <a:gd name="T17" fmla="*/ 0 h 22"/>
                <a:gd name="T18" fmla="*/ 0 w 23"/>
                <a:gd name="T19" fmla="*/ 0 h 22"/>
                <a:gd name="T20" fmla="*/ 0 w 23"/>
                <a:gd name="T21" fmla="*/ 0 h 22"/>
                <a:gd name="T22" fmla="*/ 0 w 23"/>
                <a:gd name="T23" fmla="*/ 0 h 22"/>
                <a:gd name="T24" fmla="*/ 0 w 23"/>
                <a:gd name="T25" fmla="*/ 0 h 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2"/>
                <a:gd name="T41" fmla="*/ 23 w 23"/>
                <a:gd name="T42" fmla="*/ 22 h 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2">
                  <a:moveTo>
                    <a:pt x="14" y="1"/>
                  </a:moveTo>
                  <a:lnTo>
                    <a:pt x="14" y="3"/>
                  </a:lnTo>
                  <a:lnTo>
                    <a:pt x="14" y="6"/>
                  </a:lnTo>
                  <a:lnTo>
                    <a:pt x="12" y="9"/>
                  </a:lnTo>
                  <a:lnTo>
                    <a:pt x="9" y="12"/>
                  </a:lnTo>
                  <a:lnTo>
                    <a:pt x="0" y="13"/>
                  </a:lnTo>
                  <a:lnTo>
                    <a:pt x="0" y="22"/>
                  </a:lnTo>
                  <a:lnTo>
                    <a:pt x="12" y="21"/>
                  </a:lnTo>
                  <a:lnTo>
                    <a:pt x="21" y="15"/>
                  </a:lnTo>
                  <a:lnTo>
                    <a:pt x="23" y="6"/>
                  </a:lnTo>
                  <a:lnTo>
                    <a:pt x="23" y="0"/>
                  </a:lnTo>
                  <a:lnTo>
                    <a:pt x="23" y="1"/>
                  </a:lnTo>
                  <a:lnTo>
                    <a:pt x="14" y="1"/>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2" name="Freeform 189">
              <a:extLst>
                <a:ext uri="{FF2B5EF4-FFF2-40B4-BE49-F238E27FC236}">
                  <a16:creationId xmlns:a16="http://schemas.microsoft.com/office/drawing/2014/main" id="{255BCD37-48AA-4F1F-B920-47B824B23645}"/>
                </a:ext>
              </a:extLst>
            </p:cNvPr>
            <p:cNvSpPr>
              <a:spLocks/>
            </p:cNvSpPr>
            <p:nvPr/>
          </p:nvSpPr>
          <p:spPr bwMode="auto">
            <a:xfrm>
              <a:off x="2566" y="2778"/>
              <a:ext cx="6" cy="12"/>
            </a:xfrm>
            <a:custGeom>
              <a:avLst/>
              <a:gdLst>
                <a:gd name="T0" fmla="*/ 0 w 18"/>
                <a:gd name="T1" fmla="*/ 0 h 35"/>
                <a:gd name="T2" fmla="*/ 0 w 18"/>
                <a:gd name="T3" fmla="*/ 0 h 35"/>
                <a:gd name="T4" fmla="*/ 0 w 18"/>
                <a:gd name="T5" fmla="*/ 0 h 35"/>
                <a:gd name="T6" fmla="*/ 0 w 18"/>
                <a:gd name="T7" fmla="*/ 0 h 35"/>
                <a:gd name="T8" fmla="*/ 0 w 18"/>
                <a:gd name="T9" fmla="*/ 0 h 35"/>
                <a:gd name="T10" fmla="*/ 0 w 18"/>
                <a:gd name="T11" fmla="*/ 0 h 35"/>
                <a:gd name="T12" fmla="*/ 0 w 18"/>
                <a:gd name="T13" fmla="*/ 0 h 35"/>
                <a:gd name="T14" fmla="*/ 0 w 18"/>
                <a:gd name="T15" fmla="*/ 0 h 35"/>
                <a:gd name="T16" fmla="*/ 0 w 18"/>
                <a:gd name="T17" fmla="*/ 0 h 35"/>
                <a:gd name="T18" fmla="*/ 0 w 18"/>
                <a:gd name="T19" fmla="*/ 0 h 35"/>
                <a:gd name="T20" fmla="*/ 0 w 18"/>
                <a:gd name="T21" fmla="*/ 0 h 35"/>
                <a:gd name="T22" fmla="*/ 0 w 18"/>
                <a:gd name="T23" fmla="*/ 0 h 35"/>
                <a:gd name="T24" fmla="*/ 0 w 18"/>
                <a:gd name="T25" fmla="*/ 0 h 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
                <a:gd name="T40" fmla="*/ 0 h 35"/>
                <a:gd name="T41" fmla="*/ 18 w 18"/>
                <a:gd name="T42" fmla="*/ 35 h 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 h="35">
                  <a:moveTo>
                    <a:pt x="0" y="3"/>
                  </a:moveTo>
                  <a:lnTo>
                    <a:pt x="0" y="3"/>
                  </a:lnTo>
                  <a:lnTo>
                    <a:pt x="3" y="10"/>
                  </a:lnTo>
                  <a:lnTo>
                    <a:pt x="6" y="18"/>
                  </a:lnTo>
                  <a:lnTo>
                    <a:pt x="7" y="26"/>
                  </a:lnTo>
                  <a:lnTo>
                    <a:pt x="9" y="35"/>
                  </a:lnTo>
                  <a:lnTo>
                    <a:pt x="18" y="35"/>
                  </a:lnTo>
                  <a:lnTo>
                    <a:pt x="16" y="26"/>
                  </a:lnTo>
                  <a:lnTo>
                    <a:pt x="15" y="18"/>
                  </a:lnTo>
                  <a:lnTo>
                    <a:pt x="12" y="7"/>
                  </a:lnTo>
                  <a:lnTo>
                    <a:pt x="9" y="0"/>
                  </a:lnTo>
                  <a:lnTo>
                    <a:pt x="0"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3" name="Freeform 190">
              <a:extLst>
                <a:ext uri="{FF2B5EF4-FFF2-40B4-BE49-F238E27FC236}">
                  <a16:creationId xmlns:a16="http://schemas.microsoft.com/office/drawing/2014/main" id="{43719607-098D-4998-9B16-0EB35122B0C2}"/>
                </a:ext>
              </a:extLst>
            </p:cNvPr>
            <p:cNvSpPr>
              <a:spLocks/>
            </p:cNvSpPr>
            <p:nvPr/>
          </p:nvSpPr>
          <p:spPr bwMode="auto">
            <a:xfrm>
              <a:off x="2559" y="2766"/>
              <a:ext cx="10" cy="13"/>
            </a:xfrm>
            <a:custGeom>
              <a:avLst/>
              <a:gdLst>
                <a:gd name="T0" fmla="*/ 0 w 30"/>
                <a:gd name="T1" fmla="*/ 0 h 39"/>
                <a:gd name="T2" fmla="*/ 0 w 30"/>
                <a:gd name="T3" fmla="*/ 0 h 39"/>
                <a:gd name="T4" fmla="*/ 0 w 30"/>
                <a:gd name="T5" fmla="*/ 0 h 39"/>
                <a:gd name="T6" fmla="*/ 0 w 30"/>
                <a:gd name="T7" fmla="*/ 0 h 39"/>
                <a:gd name="T8" fmla="*/ 0 w 30"/>
                <a:gd name="T9" fmla="*/ 0 h 39"/>
                <a:gd name="T10" fmla="*/ 0 w 30"/>
                <a:gd name="T11" fmla="*/ 0 h 39"/>
                <a:gd name="T12" fmla="*/ 0 w 30"/>
                <a:gd name="T13" fmla="*/ 0 h 39"/>
                <a:gd name="T14" fmla="*/ 0 w 30"/>
                <a:gd name="T15" fmla="*/ 0 h 39"/>
                <a:gd name="T16" fmla="*/ 0 w 30"/>
                <a:gd name="T17" fmla="*/ 0 h 39"/>
                <a:gd name="T18" fmla="*/ 0 w 30"/>
                <a:gd name="T19" fmla="*/ 0 h 39"/>
                <a:gd name="T20" fmla="*/ 0 w 30"/>
                <a:gd name="T21" fmla="*/ 0 h 39"/>
                <a:gd name="T22" fmla="*/ 0 w 30"/>
                <a:gd name="T23" fmla="*/ 0 h 39"/>
                <a:gd name="T24" fmla="*/ 0 w 30"/>
                <a:gd name="T25" fmla="*/ 0 h 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
                <a:gd name="T40" fmla="*/ 0 h 39"/>
                <a:gd name="T41" fmla="*/ 30 w 30"/>
                <a:gd name="T42" fmla="*/ 39 h 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 h="39">
                  <a:moveTo>
                    <a:pt x="1" y="9"/>
                  </a:moveTo>
                  <a:lnTo>
                    <a:pt x="0" y="9"/>
                  </a:lnTo>
                  <a:lnTo>
                    <a:pt x="6" y="13"/>
                  </a:lnTo>
                  <a:lnTo>
                    <a:pt x="12" y="19"/>
                  </a:lnTo>
                  <a:lnTo>
                    <a:pt x="16" y="28"/>
                  </a:lnTo>
                  <a:lnTo>
                    <a:pt x="21" y="39"/>
                  </a:lnTo>
                  <a:lnTo>
                    <a:pt x="30" y="36"/>
                  </a:lnTo>
                  <a:lnTo>
                    <a:pt x="25" y="25"/>
                  </a:lnTo>
                  <a:lnTo>
                    <a:pt x="21" y="13"/>
                  </a:lnTo>
                  <a:lnTo>
                    <a:pt x="12" y="5"/>
                  </a:lnTo>
                  <a:lnTo>
                    <a:pt x="3" y="0"/>
                  </a:lnTo>
                  <a:lnTo>
                    <a:pt x="1" y="0"/>
                  </a:lnTo>
                  <a:lnTo>
                    <a:pt x="1" y="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4" name="Freeform 191">
              <a:extLst>
                <a:ext uri="{FF2B5EF4-FFF2-40B4-BE49-F238E27FC236}">
                  <a16:creationId xmlns:a16="http://schemas.microsoft.com/office/drawing/2014/main" id="{4E87836D-5FD7-4216-B236-A4C1CD0C5DE5}"/>
                </a:ext>
              </a:extLst>
            </p:cNvPr>
            <p:cNvSpPr>
              <a:spLocks/>
            </p:cNvSpPr>
            <p:nvPr/>
          </p:nvSpPr>
          <p:spPr bwMode="auto">
            <a:xfrm>
              <a:off x="2554" y="2765"/>
              <a:ext cx="6" cy="4"/>
            </a:xfrm>
            <a:custGeom>
              <a:avLst/>
              <a:gdLst>
                <a:gd name="T0" fmla="*/ 0 w 17"/>
                <a:gd name="T1" fmla="*/ 0 h 13"/>
                <a:gd name="T2" fmla="*/ 0 w 17"/>
                <a:gd name="T3" fmla="*/ 0 h 13"/>
                <a:gd name="T4" fmla="*/ 0 w 17"/>
                <a:gd name="T5" fmla="*/ 0 h 13"/>
                <a:gd name="T6" fmla="*/ 0 w 17"/>
                <a:gd name="T7" fmla="*/ 0 h 13"/>
                <a:gd name="T8" fmla="*/ 0 w 17"/>
                <a:gd name="T9" fmla="*/ 0 h 13"/>
                <a:gd name="T10" fmla="*/ 0 w 17"/>
                <a:gd name="T11" fmla="*/ 0 h 13"/>
                <a:gd name="T12" fmla="*/ 0 w 17"/>
                <a:gd name="T13" fmla="*/ 0 h 13"/>
                <a:gd name="T14" fmla="*/ 0 w 17"/>
                <a:gd name="T15" fmla="*/ 0 h 13"/>
                <a:gd name="T16" fmla="*/ 0 w 17"/>
                <a:gd name="T17" fmla="*/ 0 h 13"/>
                <a:gd name="T18" fmla="*/ 0 w 17"/>
                <a:gd name="T19" fmla="*/ 0 h 13"/>
                <a:gd name="T20" fmla="*/ 0 w 17"/>
                <a:gd name="T21" fmla="*/ 0 h 13"/>
                <a:gd name="T22" fmla="*/ 0 w 17"/>
                <a:gd name="T23" fmla="*/ 0 h 13"/>
                <a:gd name="T24" fmla="*/ 0 w 17"/>
                <a:gd name="T25" fmla="*/ 0 h 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13"/>
                <a:gd name="T41" fmla="*/ 17 w 17"/>
                <a:gd name="T42" fmla="*/ 13 h 1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13">
                  <a:moveTo>
                    <a:pt x="0" y="12"/>
                  </a:moveTo>
                  <a:lnTo>
                    <a:pt x="0" y="12"/>
                  </a:lnTo>
                  <a:lnTo>
                    <a:pt x="4" y="10"/>
                  </a:lnTo>
                  <a:lnTo>
                    <a:pt x="9" y="12"/>
                  </a:lnTo>
                  <a:lnTo>
                    <a:pt x="13" y="12"/>
                  </a:lnTo>
                  <a:lnTo>
                    <a:pt x="17" y="13"/>
                  </a:lnTo>
                  <a:lnTo>
                    <a:pt x="17" y="4"/>
                  </a:lnTo>
                  <a:lnTo>
                    <a:pt x="13" y="3"/>
                  </a:lnTo>
                  <a:lnTo>
                    <a:pt x="9" y="3"/>
                  </a:lnTo>
                  <a:lnTo>
                    <a:pt x="4" y="1"/>
                  </a:lnTo>
                  <a:lnTo>
                    <a:pt x="0" y="0"/>
                  </a:lnTo>
                  <a:lnTo>
                    <a:pt x="0" y="1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5" name="Freeform 192">
              <a:extLst>
                <a:ext uri="{FF2B5EF4-FFF2-40B4-BE49-F238E27FC236}">
                  <a16:creationId xmlns:a16="http://schemas.microsoft.com/office/drawing/2014/main" id="{D0A76834-89B2-4209-AE79-310EA414F9EE}"/>
                </a:ext>
              </a:extLst>
            </p:cNvPr>
            <p:cNvSpPr>
              <a:spLocks/>
            </p:cNvSpPr>
            <p:nvPr/>
          </p:nvSpPr>
          <p:spPr bwMode="auto">
            <a:xfrm>
              <a:off x="2534" y="2765"/>
              <a:ext cx="20" cy="9"/>
            </a:xfrm>
            <a:custGeom>
              <a:avLst/>
              <a:gdLst>
                <a:gd name="T0" fmla="*/ 0 w 61"/>
                <a:gd name="T1" fmla="*/ 0 h 29"/>
                <a:gd name="T2" fmla="*/ 0 w 61"/>
                <a:gd name="T3" fmla="*/ 0 h 29"/>
                <a:gd name="T4" fmla="*/ 0 w 61"/>
                <a:gd name="T5" fmla="*/ 0 h 29"/>
                <a:gd name="T6" fmla="*/ 0 w 61"/>
                <a:gd name="T7" fmla="*/ 0 h 29"/>
                <a:gd name="T8" fmla="*/ 0 w 61"/>
                <a:gd name="T9" fmla="*/ 0 h 29"/>
                <a:gd name="T10" fmla="*/ 0 w 61"/>
                <a:gd name="T11" fmla="*/ 0 h 29"/>
                <a:gd name="T12" fmla="*/ 0 w 61"/>
                <a:gd name="T13" fmla="*/ 0 h 29"/>
                <a:gd name="T14" fmla="*/ 0 w 61"/>
                <a:gd name="T15" fmla="*/ 0 h 29"/>
                <a:gd name="T16" fmla="*/ 0 w 61"/>
                <a:gd name="T17" fmla="*/ 0 h 29"/>
                <a:gd name="T18" fmla="*/ 0 w 61"/>
                <a:gd name="T19" fmla="*/ 0 h 29"/>
                <a:gd name="T20" fmla="*/ 0 w 61"/>
                <a:gd name="T21" fmla="*/ 0 h 29"/>
                <a:gd name="T22" fmla="*/ 0 w 61"/>
                <a:gd name="T23" fmla="*/ 0 h 29"/>
                <a:gd name="T24" fmla="*/ 0 w 61"/>
                <a:gd name="T25" fmla="*/ 0 h 29"/>
                <a:gd name="T26" fmla="*/ 0 w 61"/>
                <a:gd name="T27" fmla="*/ 0 h 29"/>
                <a:gd name="T28" fmla="*/ 0 w 61"/>
                <a:gd name="T29" fmla="*/ 0 h 29"/>
                <a:gd name="T30" fmla="*/ 0 w 61"/>
                <a:gd name="T31" fmla="*/ 0 h 29"/>
                <a:gd name="T32" fmla="*/ 0 w 61"/>
                <a:gd name="T33" fmla="*/ 0 h 29"/>
                <a:gd name="T34" fmla="*/ 0 w 61"/>
                <a:gd name="T35" fmla="*/ 0 h 29"/>
                <a:gd name="T36" fmla="*/ 0 w 61"/>
                <a:gd name="T37" fmla="*/ 0 h 29"/>
                <a:gd name="T38" fmla="*/ 0 w 61"/>
                <a:gd name="T39" fmla="*/ 0 h 29"/>
                <a:gd name="T40" fmla="*/ 0 w 61"/>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1"/>
                <a:gd name="T64" fmla="*/ 0 h 29"/>
                <a:gd name="T65" fmla="*/ 61 w 61"/>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1" h="29">
                  <a:moveTo>
                    <a:pt x="6" y="29"/>
                  </a:moveTo>
                  <a:lnTo>
                    <a:pt x="6" y="29"/>
                  </a:lnTo>
                  <a:lnTo>
                    <a:pt x="10" y="26"/>
                  </a:lnTo>
                  <a:lnTo>
                    <a:pt x="16" y="22"/>
                  </a:lnTo>
                  <a:lnTo>
                    <a:pt x="21" y="19"/>
                  </a:lnTo>
                  <a:lnTo>
                    <a:pt x="28" y="16"/>
                  </a:lnTo>
                  <a:lnTo>
                    <a:pt x="36" y="14"/>
                  </a:lnTo>
                  <a:lnTo>
                    <a:pt x="43" y="12"/>
                  </a:lnTo>
                  <a:lnTo>
                    <a:pt x="52" y="10"/>
                  </a:lnTo>
                  <a:lnTo>
                    <a:pt x="61" y="12"/>
                  </a:lnTo>
                  <a:lnTo>
                    <a:pt x="61" y="0"/>
                  </a:lnTo>
                  <a:lnTo>
                    <a:pt x="52" y="1"/>
                  </a:lnTo>
                  <a:lnTo>
                    <a:pt x="43" y="3"/>
                  </a:lnTo>
                  <a:lnTo>
                    <a:pt x="33" y="6"/>
                  </a:lnTo>
                  <a:lnTo>
                    <a:pt x="25" y="7"/>
                  </a:lnTo>
                  <a:lnTo>
                    <a:pt x="18" y="10"/>
                  </a:lnTo>
                  <a:lnTo>
                    <a:pt x="10" y="13"/>
                  </a:lnTo>
                  <a:lnTo>
                    <a:pt x="4" y="17"/>
                  </a:lnTo>
                  <a:lnTo>
                    <a:pt x="0" y="20"/>
                  </a:lnTo>
                  <a:lnTo>
                    <a:pt x="6" y="2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6" name="Freeform 193">
              <a:extLst>
                <a:ext uri="{FF2B5EF4-FFF2-40B4-BE49-F238E27FC236}">
                  <a16:creationId xmlns:a16="http://schemas.microsoft.com/office/drawing/2014/main" id="{66E040F6-3B26-46F8-BB26-AED70C147443}"/>
                </a:ext>
              </a:extLst>
            </p:cNvPr>
            <p:cNvSpPr>
              <a:spLocks/>
            </p:cNvSpPr>
            <p:nvPr/>
          </p:nvSpPr>
          <p:spPr bwMode="auto">
            <a:xfrm>
              <a:off x="2531" y="2771"/>
              <a:ext cx="5" cy="7"/>
            </a:xfrm>
            <a:custGeom>
              <a:avLst/>
              <a:gdLst>
                <a:gd name="T0" fmla="*/ 0 w 13"/>
                <a:gd name="T1" fmla="*/ 0 h 21"/>
                <a:gd name="T2" fmla="*/ 0 w 13"/>
                <a:gd name="T3" fmla="*/ 0 h 21"/>
                <a:gd name="T4" fmla="*/ 0 w 13"/>
                <a:gd name="T5" fmla="*/ 0 h 21"/>
                <a:gd name="T6" fmla="*/ 0 w 13"/>
                <a:gd name="T7" fmla="*/ 0 h 21"/>
                <a:gd name="T8" fmla="*/ 0 w 13"/>
                <a:gd name="T9" fmla="*/ 0 h 21"/>
                <a:gd name="T10" fmla="*/ 0 w 13"/>
                <a:gd name="T11" fmla="*/ 0 h 21"/>
                <a:gd name="T12" fmla="*/ 0 w 13"/>
                <a:gd name="T13" fmla="*/ 0 h 21"/>
                <a:gd name="T14" fmla="*/ 0 w 13"/>
                <a:gd name="T15" fmla="*/ 0 h 21"/>
                <a:gd name="T16" fmla="*/ 0 w 13"/>
                <a:gd name="T17" fmla="*/ 0 h 21"/>
                <a:gd name="T18" fmla="*/ 0 w 13"/>
                <a:gd name="T19" fmla="*/ 0 h 21"/>
                <a:gd name="T20" fmla="*/ 0 w 13"/>
                <a:gd name="T21" fmla="*/ 0 h 21"/>
                <a:gd name="T22" fmla="*/ 0 w 13"/>
                <a:gd name="T23" fmla="*/ 0 h 21"/>
                <a:gd name="T24" fmla="*/ 0 w 13"/>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21"/>
                <a:gd name="T41" fmla="*/ 13 w 13"/>
                <a:gd name="T42" fmla="*/ 21 h 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21">
                  <a:moveTo>
                    <a:pt x="8" y="18"/>
                  </a:moveTo>
                  <a:lnTo>
                    <a:pt x="8" y="18"/>
                  </a:lnTo>
                  <a:lnTo>
                    <a:pt x="8" y="15"/>
                  </a:lnTo>
                  <a:lnTo>
                    <a:pt x="10" y="14"/>
                  </a:lnTo>
                  <a:lnTo>
                    <a:pt x="11" y="11"/>
                  </a:lnTo>
                  <a:lnTo>
                    <a:pt x="13" y="9"/>
                  </a:lnTo>
                  <a:lnTo>
                    <a:pt x="7" y="0"/>
                  </a:lnTo>
                  <a:lnTo>
                    <a:pt x="3" y="5"/>
                  </a:lnTo>
                  <a:lnTo>
                    <a:pt x="1" y="11"/>
                  </a:lnTo>
                  <a:lnTo>
                    <a:pt x="0" y="15"/>
                  </a:lnTo>
                  <a:lnTo>
                    <a:pt x="0" y="21"/>
                  </a:lnTo>
                  <a:lnTo>
                    <a:pt x="8" y="1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7" name="Freeform 194">
              <a:extLst>
                <a:ext uri="{FF2B5EF4-FFF2-40B4-BE49-F238E27FC236}">
                  <a16:creationId xmlns:a16="http://schemas.microsoft.com/office/drawing/2014/main" id="{5F85DC9D-DAF2-4C95-8C19-98619006F7C5}"/>
                </a:ext>
              </a:extLst>
            </p:cNvPr>
            <p:cNvSpPr>
              <a:spLocks/>
            </p:cNvSpPr>
            <p:nvPr/>
          </p:nvSpPr>
          <p:spPr bwMode="auto">
            <a:xfrm>
              <a:off x="2531" y="2777"/>
              <a:ext cx="13" cy="37"/>
            </a:xfrm>
            <a:custGeom>
              <a:avLst/>
              <a:gdLst>
                <a:gd name="T0" fmla="*/ 0 w 37"/>
                <a:gd name="T1" fmla="*/ 0 h 111"/>
                <a:gd name="T2" fmla="*/ 0 w 37"/>
                <a:gd name="T3" fmla="*/ 0 h 111"/>
                <a:gd name="T4" fmla="*/ 0 w 37"/>
                <a:gd name="T5" fmla="*/ 0 h 111"/>
                <a:gd name="T6" fmla="*/ 0 w 37"/>
                <a:gd name="T7" fmla="*/ 0 h 111"/>
                <a:gd name="T8" fmla="*/ 0 w 37"/>
                <a:gd name="T9" fmla="*/ 0 h 111"/>
                <a:gd name="T10" fmla="*/ 0 w 37"/>
                <a:gd name="T11" fmla="*/ 0 h 111"/>
                <a:gd name="T12" fmla="*/ 0 w 37"/>
                <a:gd name="T13" fmla="*/ 0 h 111"/>
                <a:gd name="T14" fmla="*/ 0 w 37"/>
                <a:gd name="T15" fmla="*/ 0 h 111"/>
                <a:gd name="T16" fmla="*/ 0 w 37"/>
                <a:gd name="T17" fmla="*/ 0 h 111"/>
                <a:gd name="T18" fmla="*/ 0 w 37"/>
                <a:gd name="T19" fmla="*/ 0 h 111"/>
                <a:gd name="T20" fmla="*/ 0 w 37"/>
                <a:gd name="T21" fmla="*/ 0 h 111"/>
                <a:gd name="T22" fmla="*/ 0 w 37"/>
                <a:gd name="T23" fmla="*/ 0 h 111"/>
                <a:gd name="T24" fmla="*/ 0 w 37"/>
                <a:gd name="T25" fmla="*/ 0 h 1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7"/>
                <a:gd name="T40" fmla="*/ 0 h 111"/>
                <a:gd name="T41" fmla="*/ 37 w 37"/>
                <a:gd name="T42" fmla="*/ 111 h 1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7" h="111">
                  <a:moveTo>
                    <a:pt x="37" y="106"/>
                  </a:moveTo>
                  <a:lnTo>
                    <a:pt x="35" y="106"/>
                  </a:lnTo>
                  <a:lnTo>
                    <a:pt x="25" y="85"/>
                  </a:lnTo>
                  <a:lnTo>
                    <a:pt x="19" y="60"/>
                  </a:lnTo>
                  <a:lnTo>
                    <a:pt x="16" y="30"/>
                  </a:lnTo>
                  <a:lnTo>
                    <a:pt x="8" y="0"/>
                  </a:lnTo>
                  <a:lnTo>
                    <a:pt x="0" y="3"/>
                  </a:lnTo>
                  <a:lnTo>
                    <a:pt x="7" y="30"/>
                  </a:lnTo>
                  <a:lnTo>
                    <a:pt x="10" y="60"/>
                  </a:lnTo>
                  <a:lnTo>
                    <a:pt x="16" y="88"/>
                  </a:lnTo>
                  <a:lnTo>
                    <a:pt x="29" y="111"/>
                  </a:lnTo>
                  <a:lnTo>
                    <a:pt x="28" y="111"/>
                  </a:lnTo>
                  <a:lnTo>
                    <a:pt x="37" y="10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8" name="Freeform 195">
              <a:extLst>
                <a:ext uri="{FF2B5EF4-FFF2-40B4-BE49-F238E27FC236}">
                  <a16:creationId xmlns:a16="http://schemas.microsoft.com/office/drawing/2014/main" id="{F4988A02-404F-453A-BE4B-7258A1FD0463}"/>
                </a:ext>
              </a:extLst>
            </p:cNvPr>
            <p:cNvSpPr>
              <a:spLocks/>
            </p:cNvSpPr>
            <p:nvPr/>
          </p:nvSpPr>
          <p:spPr bwMode="auto">
            <a:xfrm>
              <a:off x="2346" y="2747"/>
              <a:ext cx="38" cy="33"/>
            </a:xfrm>
            <a:custGeom>
              <a:avLst/>
              <a:gdLst>
                <a:gd name="T0" fmla="*/ 0 w 113"/>
                <a:gd name="T1" fmla="*/ 0 h 100"/>
                <a:gd name="T2" fmla="*/ 0 w 113"/>
                <a:gd name="T3" fmla="*/ 0 h 100"/>
                <a:gd name="T4" fmla="*/ 0 w 113"/>
                <a:gd name="T5" fmla="*/ 0 h 100"/>
                <a:gd name="T6" fmla="*/ 0 w 113"/>
                <a:gd name="T7" fmla="*/ 0 h 100"/>
                <a:gd name="T8" fmla="*/ 0 w 113"/>
                <a:gd name="T9" fmla="*/ 0 h 100"/>
                <a:gd name="T10" fmla="*/ 0 w 113"/>
                <a:gd name="T11" fmla="*/ 0 h 100"/>
                <a:gd name="T12" fmla="*/ 0 w 113"/>
                <a:gd name="T13" fmla="*/ 0 h 100"/>
                <a:gd name="T14" fmla="*/ 0 w 113"/>
                <a:gd name="T15" fmla="*/ 0 h 100"/>
                <a:gd name="T16" fmla="*/ 0 w 113"/>
                <a:gd name="T17" fmla="*/ 0 h 100"/>
                <a:gd name="T18" fmla="*/ 0 w 113"/>
                <a:gd name="T19" fmla="*/ 0 h 100"/>
                <a:gd name="T20" fmla="*/ 0 w 113"/>
                <a:gd name="T21" fmla="*/ 0 h 100"/>
                <a:gd name="T22" fmla="*/ 0 w 113"/>
                <a:gd name="T23" fmla="*/ 0 h 100"/>
                <a:gd name="T24" fmla="*/ 0 w 113"/>
                <a:gd name="T25" fmla="*/ 0 h 100"/>
                <a:gd name="T26" fmla="*/ 0 w 113"/>
                <a:gd name="T27" fmla="*/ 0 h 100"/>
                <a:gd name="T28" fmla="*/ 0 w 113"/>
                <a:gd name="T29" fmla="*/ 0 h 100"/>
                <a:gd name="T30" fmla="*/ 0 w 113"/>
                <a:gd name="T31" fmla="*/ 0 h 100"/>
                <a:gd name="T32" fmla="*/ 0 w 113"/>
                <a:gd name="T33" fmla="*/ 0 h 100"/>
                <a:gd name="T34" fmla="*/ 0 w 113"/>
                <a:gd name="T35" fmla="*/ 0 h 100"/>
                <a:gd name="T36" fmla="*/ 0 w 113"/>
                <a:gd name="T37" fmla="*/ 0 h 100"/>
                <a:gd name="T38" fmla="*/ 0 w 113"/>
                <a:gd name="T39" fmla="*/ 0 h 100"/>
                <a:gd name="T40" fmla="*/ 0 w 113"/>
                <a:gd name="T41" fmla="*/ 0 h 100"/>
                <a:gd name="T42" fmla="*/ 0 w 113"/>
                <a:gd name="T43" fmla="*/ 0 h 100"/>
                <a:gd name="T44" fmla="*/ 0 w 113"/>
                <a:gd name="T45" fmla="*/ 0 h 100"/>
                <a:gd name="T46" fmla="*/ 0 w 113"/>
                <a:gd name="T47" fmla="*/ 0 h 100"/>
                <a:gd name="T48" fmla="*/ 0 w 113"/>
                <a:gd name="T49" fmla="*/ 0 h 100"/>
                <a:gd name="T50" fmla="*/ 0 w 113"/>
                <a:gd name="T51" fmla="*/ 0 h 100"/>
                <a:gd name="T52" fmla="*/ 0 w 113"/>
                <a:gd name="T53" fmla="*/ 0 h 100"/>
                <a:gd name="T54" fmla="*/ 0 w 113"/>
                <a:gd name="T55" fmla="*/ 0 h 100"/>
                <a:gd name="T56" fmla="*/ 0 w 113"/>
                <a:gd name="T57" fmla="*/ 0 h 100"/>
                <a:gd name="T58" fmla="*/ 0 w 113"/>
                <a:gd name="T59" fmla="*/ 0 h 100"/>
                <a:gd name="T60" fmla="*/ 0 w 113"/>
                <a:gd name="T61" fmla="*/ 0 h 100"/>
                <a:gd name="T62" fmla="*/ 0 w 113"/>
                <a:gd name="T63" fmla="*/ 0 h 100"/>
                <a:gd name="T64" fmla="*/ 0 w 113"/>
                <a:gd name="T65" fmla="*/ 0 h 100"/>
                <a:gd name="T66" fmla="*/ 0 w 113"/>
                <a:gd name="T67" fmla="*/ 0 h 100"/>
                <a:gd name="T68" fmla="*/ 0 w 113"/>
                <a:gd name="T69" fmla="*/ 0 h 100"/>
                <a:gd name="T70" fmla="*/ 0 w 113"/>
                <a:gd name="T71" fmla="*/ 0 h 100"/>
                <a:gd name="T72" fmla="*/ 0 w 113"/>
                <a:gd name="T73" fmla="*/ 0 h 100"/>
                <a:gd name="T74" fmla="*/ 0 w 113"/>
                <a:gd name="T75" fmla="*/ 0 h 1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13"/>
                <a:gd name="T115" fmla="*/ 0 h 100"/>
                <a:gd name="T116" fmla="*/ 113 w 113"/>
                <a:gd name="T117" fmla="*/ 100 h 1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13" h="100">
                  <a:moveTo>
                    <a:pt x="110" y="11"/>
                  </a:moveTo>
                  <a:lnTo>
                    <a:pt x="103" y="11"/>
                  </a:lnTo>
                  <a:lnTo>
                    <a:pt x="97" y="9"/>
                  </a:lnTo>
                  <a:lnTo>
                    <a:pt x="89" y="9"/>
                  </a:lnTo>
                  <a:lnTo>
                    <a:pt x="82" y="8"/>
                  </a:lnTo>
                  <a:lnTo>
                    <a:pt x="76" y="6"/>
                  </a:lnTo>
                  <a:lnTo>
                    <a:pt x="69" y="6"/>
                  </a:lnTo>
                  <a:lnTo>
                    <a:pt x="63" y="5"/>
                  </a:lnTo>
                  <a:lnTo>
                    <a:pt x="57" y="5"/>
                  </a:lnTo>
                  <a:lnTo>
                    <a:pt x="45" y="3"/>
                  </a:lnTo>
                  <a:lnTo>
                    <a:pt x="32" y="2"/>
                  </a:lnTo>
                  <a:lnTo>
                    <a:pt x="23" y="0"/>
                  </a:lnTo>
                  <a:lnTo>
                    <a:pt x="18" y="5"/>
                  </a:lnTo>
                  <a:lnTo>
                    <a:pt x="15" y="12"/>
                  </a:lnTo>
                  <a:lnTo>
                    <a:pt x="9" y="20"/>
                  </a:lnTo>
                  <a:lnTo>
                    <a:pt x="3" y="28"/>
                  </a:lnTo>
                  <a:lnTo>
                    <a:pt x="0" y="40"/>
                  </a:lnTo>
                  <a:lnTo>
                    <a:pt x="2" y="54"/>
                  </a:lnTo>
                  <a:lnTo>
                    <a:pt x="3" y="66"/>
                  </a:lnTo>
                  <a:lnTo>
                    <a:pt x="5" y="74"/>
                  </a:lnTo>
                  <a:lnTo>
                    <a:pt x="6" y="77"/>
                  </a:lnTo>
                  <a:lnTo>
                    <a:pt x="15" y="80"/>
                  </a:lnTo>
                  <a:lnTo>
                    <a:pt x="24" y="83"/>
                  </a:lnTo>
                  <a:lnTo>
                    <a:pt x="32" y="86"/>
                  </a:lnTo>
                  <a:lnTo>
                    <a:pt x="39" y="89"/>
                  </a:lnTo>
                  <a:lnTo>
                    <a:pt x="46" y="92"/>
                  </a:lnTo>
                  <a:lnTo>
                    <a:pt x="52" y="95"/>
                  </a:lnTo>
                  <a:lnTo>
                    <a:pt x="58" y="98"/>
                  </a:lnTo>
                  <a:lnTo>
                    <a:pt x="63" y="100"/>
                  </a:lnTo>
                  <a:lnTo>
                    <a:pt x="73" y="98"/>
                  </a:lnTo>
                  <a:lnTo>
                    <a:pt x="82" y="95"/>
                  </a:lnTo>
                  <a:lnTo>
                    <a:pt x="91" y="94"/>
                  </a:lnTo>
                  <a:lnTo>
                    <a:pt x="98" y="91"/>
                  </a:lnTo>
                  <a:lnTo>
                    <a:pt x="104" y="88"/>
                  </a:lnTo>
                  <a:lnTo>
                    <a:pt x="109" y="85"/>
                  </a:lnTo>
                  <a:lnTo>
                    <a:pt x="112" y="83"/>
                  </a:lnTo>
                  <a:lnTo>
                    <a:pt x="113" y="83"/>
                  </a:lnTo>
                  <a:lnTo>
                    <a:pt x="110" y="11"/>
                  </a:lnTo>
                  <a:close/>
                </a:path>
              </a:pathLst>
            </a:custGeom>
            <a:solidFill>
              <a:srgbClr val="FFCC99"/>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69" name="Freeform 196">
              <a:extLst>
                <a:ext uri="{FF2B5EF4-FFF2-40B4-BE49-F238E27FC236}">
                  <a16:creationId xmlns:a16="http://schemas.microsoft.com/office/drawing/2014/main" id="{6E8AFD92-207F-41A3-A66E-03F441D8A974}"/>
                </a:ext>
              </a:extLst>
            </p:cNvPr>
            <p:cNvSpPr>
              <a:spLocks/>
            </p:cNvSpPr>
            <p:nvPr/>
          </p:nvSpPr>
          <p:spPr bwMode="auto">
            <a:xfrm>
              <a:off x="2365" y="2746"/>
              <a:ext cx="18" cy="6"/>
            </a:xfrm>
            <a:custGeom>
              <a:avLst/>
              <a:gdLst>
                <a:gd name="T0" fmla="*/ 0 w 53"/>
                <a:gd name="T1" fmla="*/ 0 h 18"/>
                <a:gd name="T2" fmla="*/ 0 w 53"/>
                <a:gd name="T3" fmla="*/ 0 h 18"/>
                <a:gd name="T4" fmla="*/ 0 w 53"/>
                <a:gd name="T5" fmla="*/ 0 h 18"/>
                <a:gd name="T6" fmla="*/ 0 w 53"/>
                <a:gd name="T7" fmla="*/ 0 h 18"/>
                <a:gd name="T8" fmla="*/ 0 w 53"/>
                <a:gd name="T9" fmla="*/ 0 h 18"/>
                <a:gd name="T10" fmla="*/ 0 w 53"/>
                <a:gd name="T11" fmla="*/ 0 h 18"/>
                <a:gd name="T12" fmla="*/ 0 w 53"/>
                <a:gd name="T13" fmla="*/ 0 h 18"/>
                <a:gd name="T14" fmla="*/ 0 w 53"/>
                <a:gd name="T15" fmla="*/ 0 h 18"/>
                <a:gd name="T16" fmla="*/ 0 w 53"/>
                <a:gd name="T17" fmla="*/ 0 h 18"/>
                <a:gd name="T18" fmla="*/ 0 w 53"/>
                <a:gd name="T19" fmla="*/ 0 h 18"/>
                <a:gd name="T20" fmla="*/ 0 w 53"/>
                <a:gd name="T21" fmla="*/ 0 h 18"/>
                <a:gd name="T22" fmla="*/ 0 w 53"/>
                <a:gd name="T23" fmla="*/ 0 h 18"/>
                <a:gd name="T24" fmla="*/ 0 w 53"/>
                <a:gd name="T25" fmla="*/ 0 h 18"/>
                <a:gd name="T26" fmla="*/ 0 w 53"/>
                <a:gd name="T27" fmla="*/ 0 h 18"/>
                <a:gd name="T28" fmla="*/ 0 w 53"/>
                <a:gd name="T29" fmla="*/ 0 h 18"/>
                <a:gd name="T30" fmla="*/ 0 w 53"/>
                <a:gd name="T31" fmla="*/ 0 h 18"/>
                <a:gd name="T32" fmla="*/ 0 w 53"/>
                <a:gd name="T33" fmla="*/ 0 h 18"/>
                <a:gd name="T34" fmla="*/ 0 w 53"/>
                <a:gd name="T35" fmla="*/ 0 h 18"/>
                <a:gd name="T36" fmla="*/ 0 w 53"/>
                <a:gd name="T37" fmla="*/ 0 h 18"/>
                <a:gd name="T38" fmla="*/ 0 w 53"/>
                <a:gd name="T39" fmla="*/ 0 h 18"/>
                <a:gd name="T40" fmla="*/ 0 w 53"/>
                <a:gd name="T41" fmla="*/ 0 h 1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3"/>
                <a:gd name="T64" fmla="*/ 0 h 18"/>
                <a:gd name="T65" fmla="*/ 53 w 53"/>
                <a:gd name="T66" fmla="*/ 18 h 1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3" h="18">
                  <a:moveTo>
                    <a:pt x="0" y="12"/>
                  </a:moveTo>
                  <a:lnTo>
                    <a:pt x="0" y="12"/>
                  </a:lnTo>
                  <a:lnTo>
                    <a:pt x="6" y="10"/>
                  </a:lnTo>
                  <a:lnTo>
                    <a:pt x="12" y="12"/>
                  </a:lnTo>
                  <a:lnTo>
                    <a:pt x="19" y="12"/>
                  </a:lnTo>
                  <a:lnTo>
                    <a:pt x="25" y="13"/>
                  </a:lnTo>
                  <a:lnTo>
                    <a:pt x="32" y="15"/>
                  </a:lnTo>
                  <a:lnTo>
                    <a:pt x="40" y="15"/>
                  </a:lnTo>
                  <a:lnTo>
                    <a:pt x="46" y="16"/>
                  </a:lnTo>
                  <a:lnTo>
                    <a:pt x="53" y="18"/>
                  </a:lnTo>
                  <a:lnTo>
                    <a:pt x="53" y="6"/>
                  </a:lnTo>
                  <a:lnTo>
                    <a:pt x="46" y="7"/>
                  </a:lnTo>
                  <a:lnTo>
                    <a:pt x="40" y="6"/>
                  </a:lnTo>
                  <a:lnTo>
                    <a:pt x="32" y="6"/>
                  </a:lnTo>
                  <a:lnTo>
                    <a:pt x="25" y="4"/>
                  </a:lnTo>
                  <a:lnTo>
                    <a:pt x="19" y="3"/>
                  </a:lnTo>
                  <a:lnTo>
                    <a:pt x="12" y="3"/>
                  </a:lnTo>
                  <a:lnTo>
                    <a:pt x="6" y="1"/>
                  </a:lnTo>
                  <a:lnTo>
                    <a:pt x="0" y="0"/>
                  </a:lnTo>
                  <a:lnTo>
                    <a:pt x="0" y="1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0" name="Freeform 197">
              <a:extLst>
                <a:ext uri="{FF2B5EF4-FFF2-40B4-BE49-F238E27FC236}">
                  <a16:creationId xmlns:a16="http://schemas.microsoft.com/office/drawing/2014/main" id="{8A72A6CB-0089-4B31-98A5-593D01EF76D0}"/>
                </a:ext>
              </a:extLst>
            </p:cNvPr>
            <p:cNvSpPr>
              <a:spLocks/>
            </p:cNvSpPr>
            <p:nvPr/>
          </p:nvSpPr>
          <p:spPr bwMode="auto">
            <a:xfrm>
              <a:off x="2350" y="2745"/>
              <a:ext cx="15" cy="5"/>
            </a:xfrm>
            <a:custGeom>
              <a:avLst/>
              <a:gdLst>
                <a:gd name="T0" fmla="*/ 0 w 45"/>
                <a:gd name="T1" fmla="*/ 0 h 15"/>
                <a:gd name="T2" fmla="*/ 0 w 45"/>
                <a:gd name="T3" fmla="*/ 0 h 15"/>
                <a:gd name="T4" fmla="*/ 0 w 45"/>
                <a:gd name="T5" fmla="*/ 0 h 15"/>
                <a:gd name="T6" fmla="*/ 0 w 45"/>
                <a:gd name="T7" fmla="*/ 0 h 15"/>
                <a:gd name="T8" fmla="*/ 0 w 45"/>
                <a:gd name="T9" fmla="*/ 0 h 15"/>
                <a:gd name="T10" fmla="*/ 0 w 45"/>
                <a:gd name="T11" fmla="*/ 0 h 15"/>
                <a:gd name="T12" fmla="*/ 0 w 45"/>
                <a:gd name="T13" fmla="*/ 0 h 15"/>
                <a:gd name="T14" fmla="*/ 0 w 45"/>
                <a:gd name="T15" fmla="*/ 0 h 15"/>
                <a:gd name="T16" fmla="*/ 0 w 45"/>
                <a:gd name="T17" fmla="*/ 0 h 15"/>
                <a:gd name="T18" fmla="*/ 0 w 45"/>
                <a:gd name="T19" fmla="*/ 0 h 15"/>
                <a:gd name="T20" fmla="*/ 0 w 45"/>
                <a:gd name="T21" fmla="*/ 0 h 15"/>
                <a:gd name="T22" fmla="*/ 0 w 45"/>
                <a:gd name="T23" fmla="*/ 0 h 15"/>
                <a:gd name="T24" fmla="*/ 0 w 45"/>
                <a:gd name="T25" fmla="*/ 0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15"/>
                <a:gd name="T41" fmla="*/ 45 w 45"/>
                <a:gd name="T42" fmla="*/ 15 h 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15">
                  <a:moveTo>
                    <a:pt x="12" y="9"/>
                  </a:moveTo>
                  <a:lnTo>
                    <a:pt x="12" y="9"/>
                  </a:lnTo>
                  <a:lnTo>
                    <a:pt x="11" y="9"/>
                  </a:lnTo>
                  <a:lnTo>
                    <a:pt x="20" y="10"/>
                  </a:lnTo>
                  <a:lnTo>
                    <a:pt x="33" y="12"/>
                  </a:lnTo>
                  <a:lnTo>
                    <a:pt x="45" y="15"/>
                  </a:lnTo>
                  <a:lnTo>
                    <a:pt x="45" y="3"/>
                  </a:lnTo>
                  <a:lnTo>
                    <a:pt x="33" y="3"/>
                  </a:lnTo>
                  <a:lnTo>
                    <a:pt x="20" y="1"/>
                  </a:lnTo>
                  <a:lnTo>
                    <a:pt x="11" y="0"/>
                  </a:lnTo>
                  <a:lnTo>
                    <a:pt x="0" y="9"/>
                  </a:lnTo>
                  <a:lnTo>
                    <a:pt x="12" y="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1" name="Freeform 198">
              <a:extLst>
                <a:ext uri="{FF2B5EF4-FFF2-40B4-BE49-F238E27FC236}">
                  <a16:creationId xmlns:a16="http://schemas.microsoft.com/office/drawing/2014/main" id="{765D8833-6CF0-4F58-AC28-48EAA7EBCE0D}"/>
                </a:ext>
              </a:extLst>
            </p:cNvPr>
            <p:cNvSpPr>
              <a:spLocks/>
            </p:cNvSpPr>
            <p:nvPr/>
          </p:nvSpPr>
          <p:spPr bwMode="auto">
            <a:xfrm>
              <a:off x="2345" y="2748"/>
              <a:ext cx="9" cy="12"/>
            </a:xfrm>
            <a:custGeom>
              <a:avLst/>
              <a:gdLst>
                <a:gd name="T0" fmla="*/ 0 w 29"/>
                <a:gd name="T1" fmla="*/ 0 h 35"/>
                <a:gd name="T2" fmla="*/ 0 w 29"/>
                <a:gd name="T3" fmla="*/ 0 h 35"/>
                <a:gd name="T4" fmla="*/ 0 w 29"/>
                <a:gd name="T5" fmla="*/ 0 h 35"/>
                <a:gd name="T6" fmla="*/ 0 w 29"/>
                <a:gd name="T7" fmla="*/ 0 h 35"/>
                <a:gd name="T8" fmla="*/ 0 w 29"/>
                <a:gd name="T9" fmla="*/ 0 h 35"/>
                <a:gd name="T10" fmla="*/ 0 w 29"/>
                <a:gd name="T11" fmla="*/ 0 h 35"/>
                <a:gd name="T12" fmla="*/ 0 w 29"/>
                <a:gd name="T13" fmla="*/ 0 h 35"/>
                <a:gd name="T14" fmla="*/ 0 w 29"/>
                <a:gd name="T15" fmla="*/ 0 h 35"/>
                <a:gd name="T16" fmla="*/ 0 w 29"/>
                <a:gd name="T17" fmla="*/ 0 h 35"/>
                <a:gd name="T18" fmla="*/ 0 w 29"/>
                <a:gd name="T19" fmla="*/ 0 h 35"/>
                <a:gd name="T20" fmla="*/ 0 w 29"/>
                <a:gd name="T21" fmla="*/ 0 h 35"/>
                <a:gd name="T22" fmla="*/ 0 w 29"/>
                <a:gd name="T23" fmla="*/ 0 h 35"/>
                <a:gd name="T24" fmla="*/ 0 w 29"/>
                <a:gd name="T25" fmla="*/ 0 h 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
                <a:gd name="T40" fmla="*/ 0 h 35"/>
                <a:gd name="T41" fmla="*/ 29 w 29"/>
                <a:gd name="T42" fmla="*/ 35 h 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 h="35">
                  <a:moveTo>
                    <a:pt x="11" y="35"/>
                  </a:moveTo>
                  <a:lnTo>
                    <a:pt x="11" y="35"/>
                  </a:lnTo>
                  <a:lnTo>
                    <a:pt x="13" y="25"/>
                  </a:lnTo>
                  <a:lnTo>
                    <a:pt x="19" y="17"/>
                  </a:lnTo>
                  <a:lnTo>
                    <a:pt x="25" y="10"/>
                  </a:lnTo>
                  <a:lnTo>
                    <a:pt x="29" y="0"/>
                  </a:lnTo>
                  <a:lnTo>
                    <a:pt x="17" y="0"/>
                  </a:lnTo>
                  <a:lnTo>
                    <a:pt x="16" y="4"/>
                  </a:lnTo>
                  <a:lnTo>
                    <a:pt x="10" y="12"/>
                  </a:lnTo>
                  <a:lnTo>
                    <a:pt x="4" y="22"/>
                  </a:lnTo>
                  <a:lnTo>
                    <a:pt x="0" y="35"/>
                  </a:lnTo>
                  <a:lnTo>
                    <a:pt x="11" y="3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2" name="Freeform 199">
              <a:extLst>
                <a:ext uri="{FF2B5EF4-FFF2-40B4-BE49-F238E27FC236}">
                  <a16:creationId xmlns:a16="http://schemas.microsoft.com/office/drawing/2014/main" id="{C397E1C2-E1FD-4311-8DD5-069AD42D2356}"/>
                </a:ext>
              </a:extLst>
            </p:cNvPr>
            <p:cNvSpPr>
              <a:spLocks/>
            </p:cNvSpPr>
            <p:nvPr/>
          </p:nvSpPr>
          <p:spPr bwMode="auto">
            <a:xfrm>
              <a:off x="2345" y="2760"/>
              <a:ext cx="5" cy="14"/>
            </a:xfrm>
            <a:custGeom>
              <a:avLst/>
              <a:gdLst>
                <a:gd name="T0" fmla="*/ 0 w 16"/>
                <a:gd name="T1" fmla="*/ 0 h 42"/>
                <a:gd name="T2" fmla="*/ 0 w 16"/>
                <a:gd name="T3" fmla="*/ 0 h 42"/>
                <a:gd name="T4" fmla="*/ 0 w 16"/>
                <a:gd name="T5" fmla="*/ 0 h 42"/>
                <a:gd name="T6" fmla="*/ 0 w 16"/>
                <a:gd name="T7" fmla="*/ 0 h 42"/>
                <a:gd name="T8" fmla="*/ 0 w 16"/>
                <a:gd name="T9" fmla="*/ 0 h 42"/>
                <a:gd name="T10" fmla="*/ 0 w 16"/>
                <a:gd name="T11" fmla="*/ 0 h 42"/>
                <a:gd name="T12" fmla="*/ 0 w 16"/>
                <a:gd name="T13" fmla="*/ 0 h 42"/>
                <a:gd name="T14" fmla="*/ 0 w 16"/>
                <a:gd name="T15" fmla="*/ 0 h 42"/>
                <a:gd name="T16" fmla="*/ 0 w 16"/>
                <a:gd name="T17" fmla="*/ 0 h 42"/>
                <a:gd name="T18" fmla="*/ 0 w 16"/>
                <a:gd name="T19" fmla="*/ 0 h 42"/>
                <a:gd name="T20" fmla="*/ 0 w 16"/>
                <a:gd name="T21" fmla="*/ 0 h 42"/>
                <a:gd name="T22" fmla="*/ 0 w 16"/>
                <a:gd name="T23" fmla="*/ 0 h 42"/>
                <a:gd name="T24" fmla="*/ 0 w 16"/>
                <a:gd name="T25" fmla="*/ 0 h 42"/>
                <a:gd name="T26" fmla="*/ 0 w 16"/>
                <a:gd name="T27" fmla="*/ 0 h 42"/>
                <a:gd name="T28" fmla="*/ 0 w 16"/>
                <a:gd name="T29" fmla="*/ 0 h 42"/>
                <a:gd name="T30" fmla="*/ 0 w 16"/>
                <a:gd name="T31" fmla="*/ 0 h 42"/>
                <a:gd name="T32" fmla="*/ 0 w 16"/>
                <a:gd name="T33" fmla="*/ 0 h 42"/>
                <a:gd name="T34" fmla="*/ 0 w 16"/>
                <a:gd name="T35" fmla="*/ 0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42"/>
                <a:gd name="T56" fmla="*/ 16 w 16"/>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42">
                  <a:moveTo>
                    <a:pt x="11" y="33"/>
                  </a:moveTo>
                  <a:lnTo>
                    <a:pt x="16" y="36"/>
                  </a:lnTo>
                  <a:lnTo>
                    <a:pt x="14" y="34"/>
                  </a:lnTo>
                  <a:lnTo>
                    <a:pt x="13" y="26"/>
                  </a:lnTo>
                  <a:lnTo>
                    <a:pt x="11" y="14"/>
                  </a:lnTo>
                  <a:lnTo>
                    <a:pt x="11" y="0"/>
                  </a:lnTo>
                  <a:lnTo>
                    <a:pt x="0" y="0"/>
                  </a:lnTo>
                  <a:lnTo>
                    <a:pt x="2" y="14"/>
                  </a:lnTo>
                  <a:lnTo>
                    <a:pt x="4" y="26"/>
                  </a:lnTo>
                  <a:lnTo>
                    <a:pt x="5" y="34"/>
                  </a:lnTo>
                  <a:lnTo>
                    <a:pt x="7" y="39"/>
                  </a:lnTo>
                  <a:lnTo>
                    <a:pt x="11" y="42"/>
                  </a:lnTo>
                  <a:lnTo>
                    <a:pt x="7" y="39"/>
                  </a:lnTo>
                  <a:lnTo>
                    <a:pt x="10" y="42"/>
                  </a:lnTo>
                  <a:lnTo>
                    <a:pt x="13" y="42"/>
                  </a:lnTo>
                  <a:lnTo>
                    <a:pt x="16" y="40"/>
                  </a:lnTo>
                  <a:lnTo>
                    <a:pt x="16" y="36"/>
                  </a:lnTo>
                  <a:lnTo>
                    <a:pt x="11" y="3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3" name="Freeform 200">
              <a:extLst>
                <a:ext uri="{FF2B5EF4-FFF2-40B4-BE49-F238E27FC236}">
                  <a16:creationId xmlns:a16="http://schemas.microsoft.com/office/drawing/2014/main" id="{7F251E2F-3732-4FDB-AF2A-6282175B5B1F}"/>
                </a:ext>
              </a:extLst>
            </p:cNvPr>
            <p:cNvSpPr>
              <a:spLocks/>
            </p:cNvSpPr>
            <p:nvPr/>
          </p:nvSpPr>
          <p:spPr bwMode="auto">
            <a:xfrm>
              <a:off x="2348" y="2771"/>
              <a:ext cx="21" cy="10"/>
            </a:xfrm>
            <a:custGeom>
              <a:avLst/>
              <a:gdLst>
                <a:gd name="T0" fmla="*/ 0 w 61"/>
                <a:gd name="T1" fmla="*/ 0 h 31"/>
                <a:gd name="T2" fmla="*/ 0 w 61"/>
                <a:gd name="T3" fmla="*/ 0 h 31"/>
                <a:gd name="T4" fmla="*/ 0 w 61"/>
                <a:gd name="T5" fmla="*/ 0 h 31"/>
                <a:gd name="T6" fmla="*/ 0 w 61"/>
                <a:gd name="T7" fmla="*/ 0 h 31"/>
                <a:gd name="T8" fmla="*/ 0 w 61"/>
                <a:gd name="T9" fmla="*/ 0 h 31"/>
                <a:gd name="T10" fmla="*/ 0 w 61"/>
                <a:gd name="T11" fmla="*/ 0 h 31"/>
                <a:gd name="T12" fmla="*/ 0 w 61"/>
                <a:gd name="T13" fmla="*/ 0 h 31"/>
                <a:gd name="T14" fmla="*/ 0 w 61"/>
                <a:gd name="T15" fmla="*/ 0 h 31"/>
                <a:gd name="T16" fmla="*/ 0 w 61"/>
                <a:gd name="T17" fmla="*/ 0 h 31"/>
                <a:gd name="T18" fmla="*/ 0 w 61"/>
                <a:gd name="T19" fmla="*/ 0 h 31"/>
                <a:gd name="T20" fmla="*/ 0 w 61"/>
                <a:gd name="T21" fmla="*/ 0 h 31"/>
                <a:gd name="T22" fmla="*/ 0 w 61"/>
                <a:gd name="T23" fmla="*/ 0 h 31"/>
                <a:gd name="T24" fmla="*/ 0 w 61"/>
                <a:gd name="T25" fmla="*/ 0 h 31"/>
                <a:gd name="T26" fmla="*/ 0 w 61"/>
                <a:gd name="T27" fmla="*/ 0 h 31"/>
                <a:gd name="T28" fmla="*/ 0 w 61"/>
                <a:gd name="T29" fmla="*/ 0 h 31"/>
                <a:gd name="T30" fmla="*/ 0 w 61"/>
                <a:gd name="T31" fmla="*/ 0 h 31"/>
                <a:gd name="T32" fmla="*/ 0 w 61"/>
                <a:gd name="T33" fmla="*/ 0 h 31"/>
                <a:gd name="T34" fmla="*/ 0 w 61"/>
                <a:gd name="T35" fmla="*/ 0 h 31"/>
                <a:gd name="T36" fmla="*/ 0 w 61"/>
                <a:gd name="T37" fmla="*/ 0 h 31"/>
                <a:gd name="T38" fmla="*/ 0 w 61"/>
                <a:gd name="T39" fmla="*/ 0 h 31"/>
                <a:gd name="T40" fmla="*/ 0 w 61"/>
                <a:gd name="T41" fmla="*/ 0 h 31"/>
                <a:gd name="T42" fmla="*/ 0 w 61"/>
                <a:gd name="T43" fmla="*/ 0 h 31"/>
                <a:gd name="T44" fmla="*/ 0 w 61"/>
                <a:gd name="T45" fmla="*/ 0 h 31"/>
                <a:gd name="T46" fmla="*/ 0 w 61"/>
                <a:gd name="T47" fmla="*/ 0 h 31"/>
                <a:gd name="T48" fmla="*/ 0 w 61"/>
                <a:gd name="T49" fmla="*/ 0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31"/>
                <a:gd name="T77" fmla="*/ 61 w 61"/>
                <a:gd name="T78" fmla="*/ 31 h 3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31">
                  <a:moveTo>
                    <a:pt x="57" y="22"/>
                  </a:moveTo>
                  <a:lnTo>
                    <a:pt x="57" y="22"/>
                  </a:lnTo>
                  <a:lnTo>
                    <a:pt x="54" y="21"/>
                  </a:lnTo>
                  <a:lnTo>
                    <a:pt x="48" y="18"/>
                  </a:lnTo>
                  <a:lnTo>
                    <a:pt x="42" y="15"/>
                  </a:lnTo>
                  <a:lnTo>
                    <a:pt x="34" y="12"/>
                  </a:lnTo>
                  <a:lnTo>
                    <a:pt x="27" y="9"/>
                  </a:lnTo>
                  <a:lnTo>
                    <a:pt x="20" y="6"/>
                  </a:lnTo>
                  <a:lnTo>
                    <a:pt x="11" y="3"/>
                  </a:lnTo>
                  <a:lnTo>
                    <a:pt x="0" y="0"/>
                  </a:lnTo>
                  <a:lnTo>
                    <a:pt x="0" y="9"/>
                  </a:lnTo>
                  <a:lnTo>
                    <a:pt x="8" y="12"/>
                  </a:lnTo>
                  <a:lnTo>
                    <a:pt x="17" y="15"/>
                  </a:lnTo>
                  <a:lnTo>
                    <a:pt x="24" y="18"/>
                  </a:lnTo>
                  <a:lnTo>
                    <a:pt x="31" y="21"/>
                  </a:lnTo>
                  <a:lnTo>
                    <a:pt x="39" y="24"/>
                  </a:lnTo>
                  <a:lnTo>
                    <a:pt x="45" y="27"/>
                  </a:lnTo>
                  <a:lnTo>
                    <a:pt x="51" y="30"/>
                  </a:lnTo>
                  <a:lnTo>
                    <a:pt x="57" y="31"/>
                  </a:lnTo>
                  <a:lnTo>
                    <a:pt x="60" y="30"/>
                  </a:lnTo>
                  <a:lnTo>
                    <a:pt x="61" y="27"/>
                  </a:lnTo>
                  <a:lnTo>
                    <a:pt x="60" y="24"/>
                  </a:lnTo>
                  <a:lnTo>
                    <a:pt x="57" y="2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4" name="Freeform 201">
              <a:extLst>
                <a:ext uri="{FF2B5EF4-FFF2-40B4-BE49-F238E27FC236}">
                  <a16:creationId xmlns:a16="http://schemas.microsoft.com/office/drawing/2014/main" id="{A3840D78-F702-4289-B203-35E958DEC583}"/>
                </a:ext>
              </a:extLst>
            </p:cNvPr>
            <p:cNvSpPr>
              <a:spLocks/>
            </p:cNvSpPr>
            <p:nvPr/>
          </p:nvSpPr>
          <p:spPr bwMode="auto">
            <a:xfrm>
              <a:off x="2367" y="2773"/>
              <a:ext cx="19" cy="8"/>
            </a:xfrm>
            <a:custGeom>
              <a:avLst/>
              <a:gdLst>
                <a:gd name="T0" fmla="*/ 0 w 56"/>
                <a:gd name="T1" fmla="*/ 0 h 25"/>
                <a:gd name="T2" fmla="*/ 0 w 56"/>
                <a:gd name="T3" fmla="*/ 0 h 25"/>
                <a:gd name="T4" fmla="*/ 0 w 56"/>
                <a:gd name="T5" fmla="*/ 0 h 25"/>
                <a:gd name="T6" fmla="*/ 0 w 56"/>
                <a:gd name="T7" fmla="*/ 0 h 25"/>
                <a:gd name="T8" fmla="*/ 0 w 56"/>
                <a:gd name="T9" fmla="*/ 0 h 25"/>
                <a:gd name="T10" fmla="*/ 0 w 56"/>
                <a:gd name="T11" fmla="*/ 0 h 25"/>
                <a:gd name="T12" fmla="*/ 0 w 56"/>
                <a:gd name="T13" fmla="*/ 0 h 25"/>
                <a:gd name="T14" fmla="*/ 0 w 56"/>
                <a:gd name="T15" fmla="*/ 0 h 25"/>
                <a:gd name="T16" fmla="*/ 0 w 56"/>
                <a:gd name="T17" fmla="*/ 0 h 25"/>
                <a:gd name="T18" fmla="*/ 0 w 56"/>
                <a:gd name="T19" fmla="*/ 0 h 25"/>
                <a:gd name="T20" fmla="*/ 0 w 56"/>
                <a:gd name="T21" fmla="*/ 0 h 25"/>
                <a:gd name="T22" fmla="*/ 0 w 56"/>
                <a:gd name="T23" fmla="*/ 0 h 25"/>
                <a:gd name="T24" fmla="*/ 0 w 56"/>
                <a:gd name="T25" fmla="*/ 0 h 25"/>
                <a:gd name="T26" fmla="*/ 0 w 56"/>
                <a:gd name="T27" fmla="*/ 0 h 25"/>
                <a:gd name="T28" fmla="*/ 0 w 56"/>
                <a:gd name="T29" fmla="*/ 0 h 25"/>
                <a:gd name="T30" fmla="*/ 0 w 56"/>
                <a:gd name="T31" fmla="*/ 0 h 25"/>
                <a:gd name="T32" fmla="*/ 0 w 56"/>
                <a:gd name="T33" fmla="*/ 0 h 25"/>
                <a:gd name="T34" fmla="*/ 0 w 56"/>
                <a:gd name="T35" fmla="*/ 0 h 25"/>
                <a:gd name="T36" fmla="*/ 0 w 56"/>
                <a:gd name="T37" fmla="*/ 0 h 25"/>
                <a:gd name="T38" fmla="*/ 0 w 56"/>
                <a:gd name="T39" fmla="*/ 0 h 25"/>
                <a:gd name="T40" fmla="*/ 0 w 56"/>
                <a:gd name="T41" fmla="*/ 0 h 25"/>
                <a:gd name="T42" fmla="*/ 0 w 56"/>
                <a:gd name="T43" fmla="*/ 0 h 25"/>
                <a:gd name="T44" fmla="*/ 0 w 56"/>
                <a:gd name="T45" fmla="*/ 0 h 25"/>
                <a:gd name="T46" fmla="*/ 0 w 56"/>
                <a:gd name="T47" fmla="*/ 0 h 25"/>
                <a:gd name="T48" fmla="*/ 0 w 56"/>
                <a:gd name="T49" fmla="*/ 0 h 25"/>
                <a:gd name="T50" fmla="*/ 0 w 56"/>
                <a:gd name="T51" fmla="*/ 0 h 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25"/>
                <a:gd name="T80" fmla="*/ 56 w 56"/>
                <a:gd name="T81" fmla="*/ 25 h 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25">
                  <a:moveTo>
                    <a:pt x="46" y="4"/>
                  </a:moveTo>
                  <a:lnTo>
                    <a:pt x="47" y="0"/>
                  </a:lnTo>
                  <a:lnTo>
                    <a:pt x="43" y="1"/>
                  </a:lnTo>
                  <a:lnTo>
                    <a:pt x="40" y="4"/>
                  </a:lnTo>
                  <a:lnTo>
                    <a:pt x="34" y="7"/>
                  </a:lnTo>
                  <a:lnTo>
                    <a:pt x="26" y="10"/>
                  </a:lnTo>
                  <a:lnTo>
                    <a:pt x="19" y="12"/>
                  </a:lnTo>
                  <a:lnTo>
                    <a:pt x="10" y="15"/>
                  </a:lnTo>
                  <a:lnTo>
                    <a:pt x="0" y="16"/>
                  </a:lnTo>
                  <a:lnTo>
                    <a:pt x="0" y="25"/>
                  </a:lnTo>
                  <a:lnTo>
                    <a:pt x="10" y="24"/>
                  </a:lnTo>
                  <a:lnTo>
                    <a:pt x="19" y="21"/>
                  </a:lnTo>
                  <a:lnTo>
                    <a:pt x="29" y="19"/>
                  </a:lnTo>
                  <a:lnTo>
                    <a:pt x="37" y="16"/>
                  </a:lnTo>
                  <a:lnTo>
                    <a:pt x="43" y="13"/>
                  </a:lnTo>
                  <a:lnTo>
                    <a:pt x="49" y="10"/>
                  </a:lnTo>
                  <a:lnTo>
                    <a:pt x="50" y="9"/>
                  </a:lnTo>
                  <a:lnTo>
                    <a:pt x="53" y="9"/>
                  </a:lnTo>
                  <a:lnTo>
                    <a:pt x="54" y="4"/>
                  </a:lnTo>
                  <a:lnTo>
                    <a:pt x="53" y="9"/>
                  </a:lnTo>
                  <a:lnTo>
                    <a:pt x="56" y="6"/>
                  </a:lnTo>
                  <a:lnTo>
                    <a:pt x="54" y="1"/>
                  </a:lnTo>
                  <a:lnTo>
                    <a:pt x="52" y="0"/>
                  </a:lnTo>
                  <a:lnTo>
                    <a:pt x="47" y="0"/>
                  </a:lnTo>
                  <a:lnTo>
                    <a:pt x="46" y="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5" name="Freeform 202">
              <a:extLst>
                <a:ext uri="{FF2B5EF4-FFF2-40B4-BE49-F238E27FC236}">
                  <a16:creationId xmlns:a16="http://schemas.microsoft.com/office/drawing/2014/main" id="{45FEF0E4-4C2B-4E2A-BD5B-F2B19A6A8A8C}"/>
                </a:ext>
              </a:extLst>
            </p:cNvPr>
            <p:cNvSpPr>
              <a:spLocks/>
            </p:cNvSpPr>
            <p:nvPr/>
          </p:nvSpPr>
          <p:spPr bwMode="auto">
            <a:xfrm>
              <a:off x="2382" y="2748"/>
              <a:ext cx="3" cy="26"/>
            </a:xfrm>
            <a:custGeom>
              <a:avLst/>
              <a:gdLst>
                <a:gd name="T0" fmla="*/ 0 w 11"/>
                <a:gd name="T1" fmla="*/ 0 h 78"/>
                <a:gd name="T2" fmla="*/ 0 w 11"/>
                <a:gd name="T3" fmla="*/ 0 h 78"/>
                <a:gd name="T4" fmla="*/ 0 w 11"/>
                <a:gd name="T5" fmla="*/ 0 h 78"/>
                <a:gd name="T6" fmla="*/ 0 w 11"/>
                <a:gd name="T7" fmla="*/ 0 h 78"/>
                <a:gd name="T8" fmla="*/ 0 w 11"/>
                <a:gd name="T9" fmla="*/ 0 h 78"/>
                <a:gd name="T10" fmla="*/ 0 w 11"/>
                <a:gd name="T11" fmla="*/ 0 h 78"/>
                <a:gd name="T12" fmla="*/ 0 w 11"/>
                <a:gd name="T13" fmla="*/ 0 h 78"/>
                <a:gd name="T14" fmla="*/ 0 w 11"/>
                <a:gd name="T15" fmla="*/ 0 h 78"/>
                <a:gd name="T16" fmla="*/ 0 w 11"/>
                <a:gd name="T17" fmla="*/ 0 h 78"/>
                <a:gd name="T18" fmla="*/ 0 w 11"/>
                <a:gd name="T19" fmla="*/ 0 h 78"/>
                <a:gd name="T20" fmla="*/ 0 w 11"/>
                <a:gd name="T21" fmla="*/ 0 h 78"/>
                <a:gd name="T22" fmla="*/ 0 w 11"/>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78"/>
                <a:gd name="T38" fmla="*/ 11 w 11"/>
                <a:gd name="T39" fmla="*/ 78 h 7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78">
                  <a:moveTo>
                    <a:pt x="4" y="12"/>
                  </a:moveTo>
                  <a:lnTo>
                    <a:pt x="0" y="6"/>
                  </a:lnTo>
                  <a:lnTo>
                    <a:pt x="3" y="78"/>
                  </a:lnTo>
                  <a:lnTo>
                    <a:pt x="11" y="78"/>
                  </a:lnTo>
                  <a:lnTo>
                    <a:pt x="9" y="6"/>
                  </a:lnTo>
                  <a:lnTo>
                    <a:pt x="4" y="0"/>
                  </a:lnTo>
                  <a:lnTo>
                    <a:pt x="9" y="6"/>
                  </a:lnTo>
                  <a:lnTo>
                    <a:pt x="7" y="3"/>
                  </a:lnTo>
                  <a:lnTo>
                    <a:pt x="4" y="1"/>
                  </a:lnTo>
                  <a:lnTo>
                    <a:pt x="1" y="3"/>
                  </a:lnTo>
                  <a:lnTo>
                    <a:pt x="0" y="6"/>
                  </a:lnTo>
                  <a:lnTo>
                    <a:pt x="4" y="1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6" name="Freeform 203">
              <a:extLst>
                <a:ext uri="{FF2B5EF4-FFF2-40B4-BE49-F238E27FC236}">
                  <a16:creationId xmlns:a16="http://schemas.microsoft.com/office/drawing/2014/main" id="{10FB6B3A-A663-49F6-B3D5-62B464F583C1}"/>
                </a:ext>
              </a:extLst>
            </p:cNvPr>
            <p:cNvSpPr>
              <a:spLocks/>
            </p:cNvSpPr>
            <p:nvPr/>
          </p:nvSpPr>
          <p:spPr bwMode="auto">
            <a:xfrm>
              <a:off x="2343" y="2734"/>
              <a:ext cx="226" cy="288"/>
            </a:xfrm>
            <a:custGeom>
              <a:avLst/>
              <a:gdLst>
                <a:gd name="T0" fmla="*/ 0 w 679"/>
                <a:gd name="T1" fmla="*/ 0 h 864"/>
                <a:gd name="T2" fmla="*/ 0 w 679"/>
                <a:gd name="T3" fmla="*/ 0 h 864"/>
                <a:gd name="T4" fmla="*/ 0 w 679"/>
                <a:gd name="T5" fmla="*/ 0 h 864"/>
                <a:gd name="T6" fmla="*/ 0 w 679"/>
                <a:gd name="T7" fmla="*/ 0 h 864"/>
                <a:gd name="T8" fmla="*/ 0 w 679"/>
                <a:gd name="T9" fmla="*/ 0 h 864"/>
                <a:gd name="T10" fmla="*/ 0 w 679"/>
                <a:gd name="T11" fmla="*/ 0 h 864"/>
                <a:gd name="T12" fmla="*/ 0 w 679"/>
                <a:gd name="T13" fmla="*/ 0 h 864"/>
                <a:gd name="T14" fmla="*/ 0 w 679"/>
                <a:gd name="T15" fmla="*/ 0 h 864"/>
                <a:gd name="T16" fmla="*/ 0 w 679"/>
                <a:gd name="T17" fmla="*/ 0 h 864"/>
                <a:gd name="T18" fmla="*/ 0 w 679"/>
                <a:gd name="T19" fmla="*/ 0 h 864"/>
                <a:gd name="T20" fmla="*/ 0 w 679"/>
                <a:gd name="T21" fmla="*/ 0 h 864"/>
                <a:gd name="T22" fmla="*/ 0 w 679"/>
                <a:gd name="T23" fmla="*/ 0 h 864"/>
                <a:gd name="T24" fmla="*/ 0 w 679"/>
                <a:gd name="T25" fmla="*/ 0 h 864"/>
                <a:gd name="T26" fmla="*/ 0 w 679"/>
                <a:gd name="T27" fmla="*/ 0 h 864"/>
                <a:gd name="T28" fmla="*/ 0 w 679"/>
                <a:gd name="T29" fmla="*/ 0 h 864"/>
                <a:gd name="T30" fmla="*/ 0 w 679"/>
                <a:gd name="T31" fmla="*/ 0 h 864"/>
                <a:gd name="T32" fmla="*/ 0 w 679"/>
                <a:gd name="T33" fmla="*/ 0 h 864"/>
                <a:gd name="T34" fmla="*/ 0 w 679"/>
                <a:gd name="T35" fmla="*/ 0 h 864"/>
                <a:gd name="T36" fmla="*/ 0 w 679"/>
                <a:gd name="T37" fmla="*/ 0 h 864"/>
                <a:gd name="T38" fmla="*/ 0 w 679"/>
                <a:gd name="T39" fmla="*/ 0 h 864"/>
                <a:gd name="T40" fmla="*/ 0 w 679"/>
                <a:gd name="T41" fmla="*/ 0 h 864"/>
                <a:gd name="T42" fmla="*/ 0 w 679"/>
                <a:gd name="T43" fmla="*/ 0 h 864"/>
                <a:gd name="T44" fmla="*/ 0 w 679"/>
                <a:gd name="T45" fmla="*/ 0 h 864"/>
                <a:gd name="T46" fmla="*/ 0 w 679"/>
                <a:gd name="T47" fmla="*/ 0 h 864"/>
                <a:gd name="T48" fmla="*/ 0 w 679"/>
                <a:gd name="T49" fmla="*/ 0 h 864"/>
                <a:gd name="T50" fmla="*/ 0 w 679"/>
                <a:gd name="T51" fmla="*/ 0 h 864"/>
                <a:gd name="T52" fmla="*/ 0 w 679"/>
                <a:gd name="T53" fmla="*/ 0 h 864"/>
                <a:gd name="T54" fmla="*/ 0 w 679"/>
                <a:gd name="T55" fmla="*/ 0 h 864"/>
                <a:gd name="T56" fmla="*/ 0 w 679"/>
                <a:gd name="T57" fmla="*/ 0 h 864"/>
                <a:gd name="T58" fmla="*/ 0 w 679"/>
                <a:gd name="T59" fmla="*/ 0 h 864"/>
                <a:gd name="T60" fmla="*/ 0 w 679"/>
                <a:gd name="T61" fmla="*/ 0 h 864"/>
                <a:gd name="T62" fmla="*/ 0 w 679"/>
                <a:gd name="T63" fmla="*/ 0 h 864"/>
                <a:gd name="T64" fmla="*/ 0 w 679"/>
                <a:gd name="T65" fmla="*/ 0 h 864"/>
                <a:gd name="T66" fmla="*/ 0 w 679"/>
                <a:gd name="T67" fmla="*/ 0 h 864"/>
                <a:gd name="T68" fmla="*/ 0 w 679"/>
                <a:gd name="T69" fmla="*/ 0 h 864"/>
                <a:gd name="T70" fmla="*/ 0 w 679"/>
                <a:gd name="T71" fmla="*/ 0 h 864"/>
                <a:gd name="T72" fmla="*/ 0 w 679"/>
                <a:gd name="T73" fmla="*/ 0 h 864"/>
                <a:gd name="T74" fmla="*/ 0 w 679"/>
                <a:gd name="T75" fmla="*/ 0 h 864"/>
                <a:gd name="T76" fmla="*/ 0 w 679"/>
                <a:gd name="T77" fmla="*/ 0 h 864"/>
                <a:gd name="T78" fmla="*/ 0 w 679"/>
                <a:gd name="T79" fmla="*/ 0 h 864"/>
                <a:gd name="T80" fmla="*/ 0 w 679"/>
                <a:gd name="T81" fmla="*/ 0 h 864"/>
                <a:gd name="T82" fmla="*/ 0 w 679"/>
                <a:gd name="T83" fmla="*/ 0 h 864"/>
                <a:gd name="T84" fmla="*/ 0 w 679"/>
                <a:gd name="T85" fmla="*/ 0 h 864"/>
                <a:gd name="T86" fmla="*/ 0 w 679"/>
                <a:gd name="T87" fmla="*/ 0 h 864"/>
                <a:gd name="T88" fmla="*/ 0 w 679"/>
                <a:gd name="T89" fmla="*/ 0 h 864"/>
                <a:gd name="T90" fmla="*/ 0 w 679"/>
                <a:gd name="T91" fmla="*/ 0 h 864"/>
                <a:gd name="T92" fmla="*/ 0 w 679"/>
                <a:gd name="T93" fmla="*/ 0 h 864"/>
                <a:gd name="T94" fmla="*/ 0 w 679"/>
                <a:gd name="T95" fmla="*/ 0 h 864"/>
                <a:gd name="T96" fmla="*/ 0 w 679"/>
                <a:gd name="T97" fmla="*/ 0 h 864"/>
                <a:gd name="T98" fmla="*/ 0 w 679"/>
                <a:gd name="T99" fmla="*/ 0 h 86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79"/>
                <a:gd name="T151" fmla="*/ 0 h 864"/>
                <a:gd name="T152" fmla="*/ 679 w 679"/>
                <a:gd name="T153" fmla="*/ 864 h 86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79" h="864">
                  <a:moveTo>
                    <a:pt x="627" y="248"/>
                  </a:moveTo>
                  <a:lnTo>
                    <a:pt x="619" y="249"/>
                  </a:lnTo>
                  <a:lnTo>
                    <a:pt x="612" y="248"/>
                  </a:lnTo>
                  <a:lnTo>
                    <a:pt x="605" y="243"/>
                  </a:lnTo>
                  <a:lnTo>
                    <a:pt x="597" y="238"/>
                  </a:lnTo>
                  <a:lnTo>
                    <a:pt x="585" y="215"/>
                  </a:lnTo>
                  <a:lnTo>
                    <a:pt x="579" y="189"/>
                  </a:lnTo>
                  <a:lnTo>
                    <a:pt x="576" y="159"/>
                  </a:lnTo>
                  <a:lnTo>
                    <a:pt x="569" y="131"/>
                  </a:lnTo>
                  <a:lnTo>
                    <a:pt x="569" y="126"/>
                  </a:lnTo>
                  <a:lnTo>
                    <a:pt x="570" y="122"/>
                  </a:lnTo>
                  <a:lnTo>
                    <a:pt x="572" y="119"/>
                  </a:lnTo>
                  <a:lnTo>
                    <a:pt x="575" y="116"/>
                  </a:lnTo>
                  <a:lnTo>
                    <a:pt x="554" y="134"/>
                  </a:lnTo>
                  <a:lnTo>
                    <a:pt x="529" y="146"/>
                  </a:lnTo>
                  <a:lnTo>
                    <a:pt x="499" y="153"/>
                  </a:lnTo>
                  <a:lnTo>
                    <a:pt x="470" y="154"/>
                  </a:lnTo>
                  <a:lnTo>
                    <a:pt x="437" y="154"/>
                  </a:lnTo>
                  <a:lnTo>
                    <a:pt x="406" y="151"/>
                  </a:lnTo>
                  <a:lnTo>
                    <a:pt x="376" y="149"/>
                  </a:lnTo>
                  <a:lnTo>
                    <a:pt x="350" y="146"/>
                  </a:lnTo>
                  <a:lnTo>
                    <a:pt x="333" y="140"/>
                  </a:lnTo>
                  <a:lnTo>
                    <a:pt x="320" y="129"/>
                  </a:lnTo>
                  <a:lnTo>
                    <a:pt x="311" y="114"/>
                  </a:lnTo>
                  <a:lnTo>
                    <a:pt x="304" y="97"/>
                  </a:lnTo>
                  <a:lnTo>
                    <a:pt x="298" y="77"/>
                  </a:lnTo>
                  <a:lnTo>
                    <a:pt x="292" y="57"/>
                  </a:lnTo>
                  <a:lnTo>
                    <a:pt x="286" y="36"/>
                  </a:lnTo>
                  <a:lnTo>
                    <a:pt x="279" y="18"/>
                  </a:lnTo>
                  <a:lnTo>
                    <a:pt x="279" y="13"/>
                  </a:lnTo>
                  <a:lnTo>
                    <a:pt x="280" y="9"/>
                  </a:lnTo>
                  <a:lnTo>
                    <a:pt x="282" y="5"/>
                  </a:lnTo>
                  <a:lnTo>
                    <a:pt x="283" y="0"/>
                  </a:lnTo>
                  <a:lnTo>
                    <a:pt x="271" y="33"/>
                  </a:lnTo>
                  <a:lnTo>
                    <a:pt x="265" y="68"/>
                  </a:lnTo>
                  <a:lnTo>
                    <a:pt x="258" y="103"/>
                  </a:lnTo>
                  <a:lnTo>
                    <a:pt x="245" y="134"/>
                  </a:lnTo>
                  <a:lnTo>
                    <a:pt x="233" y="144"/>
                  </a:lnTo>
                  <a:lnTo>
                    <a:pt x="221" y="147"/>
                  </a:lnTo>
                  <a:lnTo>
                    <a:pt x="206" y="146"/>
                  </a:lnTo>
                  <a:lnTo>
                    <a:pt x="190" y="141"/>
                  </a:lnTo>
                  <a:lnTo>
                    <a:pt x="173" y="135"/>
                  </a:lnTo>
                  <a:lnTo>
                    <a:pt x="156" y="129"/>
                  </a:lnTo>
                  <a:lnTo>
                    <a:pt x="139" y="123"/>
                  </a:lnTo>
                  <a:lnTo>
                    <a:pt x="123" y="120"/>
                  </a:lnTo>
                  <a:lnTo>
                    <a:pt x="135" y="122"/>
                  </a:lnTo>
                  <a:lnTo>
                    <a:pt x="144" y="126"/>
                  </a:lnTo>
                  <a:lnTo>
                    <a:pt x="150" y="134"/>
                  </a:lnTo>
                  <a:lnTo>
                    <a:pt x="151" y="141"/>
                  </a:lnTo>
                  <a:lnTo>
                    <a:pt x="151" y="183"/>
                  </a:lnTo>
                  <a:lnTo>
                    <a:pt x="145" y="224"/>
                  </a:lnTo>
                  <a:lnTo>
                    <a:pt x="136" y="267"/>
                  </a:lnTo>
                  <a:lnTo>
                    <a:pt x="125" y="310"/>
                  </a:lnTo>
                  <a:lnTo>
                    <a:pt x="111" y="355"/>
                  </a:lnTo>
                  <a:lnTo>
                    <a:pt x="98" y="398"/>
                  </a:lnTo>
                  <a:lnTo>
                    <a:pt x="85" y="439"/>
                  </a:lnTo>
                  <a:lnTo>
                    <a:pt x="74" y="479"/>
                  </a:lnTo>
                  <a:lnTo>
                    <a:pt x="65" y="522"/>
                  </a:lnTo>
                  <a:lnTo>
                    <a:pt x="55" y="564"/>
                  </a:lnTo>
                  <a:lnTo>
                    <a:pt x="43" y="604"/>
                  </a:lnTo>
                  <a:lnTo>
                    <a:pt x="31" y="644"/>
                  </a:lnTo>
                  <a:lnTo>
                    <a:pt x="19" y="684"/>
                  </a:lnTo>
                  <a:lnTo>
                    <a:pt x="10" y="724"/>
                  </a:lnTo>
                  <a:lnTo>
                    <a:pt x="3" y="766"/>
                  </a:lnTo>
                  <a:lnTo>
                    <a:pt x="0" y="807"/>
                  </a:lnTo>
                  <a:lnTo>
                    <a:pt x="21" y="807"/>
                  </a:lnTo>
                  <a:lnTo>
                    <a:pt x="40" y="804"/>
                  </a:lnTo>
                  <a:lnTo>
                    <a:pt x="61" y="803"/>
                  </a:lnTo>
                  <a:lnTo>
                    <a:pt x="80" y="798"/>
                  </a:lnTo>
                  <a:lnTo>
                    <a:pt x="99" y="794"/>
                  </a:lnTo>
                  <a:lnTo>
                    <a:pt x="117" y="789"/>
                  </a:lnTo>
                  <a:lnTo>
                    <a:pt x="136" y="784"/>
                  </a:lnTo>
                  <a:lnTo>
                    <a:pt x="156" y="778"/>
                  </a:lnTo>
                  <a:lnTo>
                    <a:pt x="173" y="772"/>
                  </a:lnTo>
                  <a:lnTo>
                    <a:pt x="191" y="767"/>
                  </a:lnTo>
                  <a:lnTo>
                    <a:pt x="207" y="763"/>
                  </a:lnTo>
                  <a:lnTo>
                    <a:pt x="222" y="758"/>
                  </a:lnTo>
                  <a:lnTo>
                    <a:pt x="236" y="755"/>
                  </a:lnTo>
                  <a:lnTo>
                    <a:pt x="246" y="752"/>
                  </a:lnTo>
                  <a:lnTo>
                    <a:pt x="255" y="749"/>
                  </a:lnTo>
                  <a:lnTo>
                    <a:pt x="259" y="748"/>
                  </a:lnTo>
                  <a:lnTo>
                    <a:pt x="264" y="703"/>
                  </a:lnTo>
                  <a:lnTo>
                    <a:pt x="271" y="659"/>
                  </a:lnTo>
                  <a:lnTo>
                    <a:pt x="282" y="614"/>
                  </a:lnTo>
                  <a:lnTo>
                    <a:pt x="292" y="571"/>
                  </a:lnTo>
                  <a:lnTo>
                    <a:pt x="305" y="527"/>
                  </a:lnTo>
                  <a:lnTo>
                    <a:pt x="320" y="484"/>
                  </a:lnTo>
                  <a:lnTo>
                    <a:pt x="335" y="441"/>
                  </a:lnTo>
                  <a:lnTo>
                    <a:pt x="351" y="398"/>
                  </a:lnTo>
                  <a:lnTo>
                    <a:pt x="353" y="396"/>
                  </a:lnTo>
                  <a:lnTo>
                    <a:pt x="357" y="396"/>
                  </a:lnTo>
                  <a:lnTo>
                    <a:pt x="362" y="396"/>
                  </a:lnTo>
                  <a:lnTo>
                    <a:pt x="363" y="398"/>
                  </a:lnTo>
                  <a:lnTo>
                    <a:pt x="376" y="444"/>
                  </a:lnTo>
                  <a:lnTo>
                    <a:pt x="385" y="490"/>
                  </a:lnTo>
                  <a:lnTo>
                    <a:pt x="393" y="534"/>
                  </a:lnTo>
                  <a:lnTo>
                    <a:pt x="399" y="580"/>
                  </a:lnTo>
                  <a:lnTo>
                    <a:pt x="405" y="626"/>
                  </a:lnTo>
                  <a:lnTo>
                    <a:pt x="410" y="674"/>
                  </a:lnTo>
                  <a:lnTo>
                    <a:pt x="418" y="720"/>
                  </a:lnTo>
                  <a:lnTo>
                    <a:pt x="428" y="767"/>
                  </a:lnTo>
                  <a:lnTo>
                    <a:pt x="431" y="791"/>
                  </a:lnTo>
                  <a:lnTo>
                    <a:pt x="431" y="815"/>
                  </a:lnTo>
                  <a:lnTo>
                    <a:pt x="430" y="840"/>
                  </a:lnTo>
                  <a:lnTo>
                    <a:pt x="431" y="864"/>
                  </a:lnTo>
                  <a:lnTo>
                    <a:pt x="449" y="862"/>
                  </a:lnTo>
                  <a:lnTo>
                    <a:pt x="468" y="859"/>
                  </a:lnTo>
                  <a:lnTo>
                    <a:pt x="488" y="855"/>
                  </a:lnTo>
                  <a:lnTo>
                    <a:pt x="507" y="850"/>
                  </a:lnTo>
                  <a:lnTo>
                    <a:pt x="525" y="846"/>
                  </a:lnTo>
                  <a:lnTo>
                    <a:pt x="539" y="841"/>
                  </a:lnTo>
                  <a:lnTo>
                    <a:pt x="553" y="838"/>
                  </a:lnTo>
                  <a:lnTo>
                    <a:pt x="562" y="835"/>
                  </a:lnTo>
                  <a:lnTo>
                    <a:pt x="576" y="831"/>
                  </a:lnTo>
                  <a:lnTo>
                    <a:pt x="591" y="828"/>
                  </a:lnTo>
                  <a:lnTo>
                    <a:pt x="606" y="825"/>
                  </a:lnTo>
                  <a:lnTo>
                    <a:pt x="621" y="821"/>
                  </a:lnTo>
                  <a:lnTo>
                    <a:pt x="634" y="816"/>
                  </a:lnTo>
                  <a:lnTo>
                    <a:pt x="646" y="812"/>
                  </a:lnTo>
                  <a:lnTo>
                    <a:pt x="659" y="807"/>
                  </a:lnTo>
                  <a:lnTo>
                    <a:pt x="670" y="801"/>
                  </a:lnTo>
                  <a:lnTo>
                    <a:pt x="671" y="800"/>
                  </a:lnTo>
                  <a:lnTo>
                    <a:pt x="674" y="798"/>
                  </a:lnTo>
                  <a:lnTo>
                    <a:pt x="677" y="794"/>
                  </a:lnTo>
                  <a:lnTo>
                    <a:pt x="679" y="791"/>
                  </a:lnTo>
                  <a:lnTo>
                    <a:pt x="674" y="789"/>
                  </a:lnTo>
                  <a:lnTo>
                    <a:pt x="670" y="786"/>
                  </a:lnTo>
                  <a:lnTo>
                    <a:pt x="665" y="782"/>
                  </a:lnTo>
                  <a:lnTo>
                    <a:pt x="662" y="778"/>
                  </a:lnTo>
                  <a:lnTo>
                    <a:pt x="661" y="772"/>
                  </a:lnTo>
                  <a:lnTo>
                    <a:pt x="659" y="764"/>
                  </a:lnTo>
                  <a:lnTo>
                    <a:pt x="658" y="757"/>
                  </a:lnTo>
                  <a:lnTo>
                    <a:pt x="656" y="749"/>
                  </a:lnTo>
                  <a:lnTo>
                    <a:pt x="653" y="742"/>
                  </a:lnTo>
                  <a:lnTo>
                    <a:pt x="652" y="738"/>
                  </a:lnTo>
                  <a:lnTo>
                    <a:pt x="650" y="735"/>
                  </a:lnTo>
                  <a:lnTo>
                    <a:pt x="649" y="730"/>
                  </a:lnTo>
                  <a:lnTo>
                    <a:pt x="640" y="671"/>
                  </a:lnTo>
                  <a:lnTo>
                    <a:pt x="633" y="613"/>
                  </a:lnTo>
                  <a:lnTo>
                    <a:pt x="625" y="557"/>
                  </a:lnTo>
                  <a:lnTo>
                    <a:pt x="619" y="502"/>
                  </a:lnTo>
                  <a:lnTo>
                    <a:pt x="615" y="447"/>
                  </a:lnTo>
                  <a:lnTo>
                    <a:pt x="612" y="390"/>
                  </a:lnTo>
                  <a:lnTo>
                    <a:pt x="612" y="332"/>
                  </a:lnTo>
                  <a:lnTo>
                    <a:pt x="615" y="273"/>
                  </a:lnTo>
                  <a:lnTo>
                    <a:pt x="616" y="267"/>
                  </a:lnTo>
                  <a:lnTo>
                    <a:pt x="619" y="261"/>
                  </a:lnTo>
                  <a:lnTo>
                    <a:pt x="622" y="254"/>
                  </a:lnTo>
                  <a:lnTo>
                    <a:pt x="627" y="248"/>
                  </a:lnTo>
                  <a:close/>
                </a:path>
              </a:pathLst>
            </a:custGeom>
            <a:solidFill>
              <a:srgbClr val="0072D8"/>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dirty="0">
                <a:ln>
                  <a:noFill/>
                </a:ln>
                <a:solidFill>
                  <a:srgbClr val="000000"/>
                </a:solidFill>
                <a:effectLst/>
                <a:uLnTx/>
                <a:uFillTx/>
                <a:latin typeface="Arial" pitchFamily="34" charset="0"/>
              </a:endParaRPr>
            </a:p>
          </p:txBody>
        </p:sp>
        <p:sp>
          <p:nvSpPr>
            <p:cNvPr id="77" name="Freeform 204">
              <a:extLst>
                <a:ext uri="{FF2B5EF4-FFF2-40B4-BE49-F238E27FC236}">
                  <a16:creationId xmlns:a16="http://schemas.microsoft.com/office/drawing/2014/main" id="{A9D6F985-25C4-495E-A7A0-A9EE24EA9427}"/>
                </a:ext>
              </a:extLst>
            </p:cNvPr>
            <p:cNvSpPr>
              <a:spLocks/>
            </p:cNvSpPr>
            <p:nvPr/>
          </p:nvSpPr>
          <p:spPr bwMode="auto">
            <a:xfrm>
              <a:off x="2541" y="2813"/>
              <a:ext cx="11" cy="6"/>
            </a:xfrm>
            <a:custGeom>
              <a:avLst/>
              <a:gdLst>
                <a:gd name="T0" fmla="*/ 0 w 35"/>
                <a:gd name="T1" fmla="*/ 0 h 20"/>
                <a:gd name="T2" fmla="*/ 0 w 35"/>
                <a:gd name="T3" fmla="*/ 0 h 20"/>
                <a:gd name="T4" fmla="*/ 0 w 35"/>
                <a:gd name="T5" fmla="*/ 0 h 20"/>
                <a:gd name="T6" fmla="*/ 0 w 35"/>
                <a:gd name="T7" fmla="*/ 0 h 20"/>
                <a:gd name="T8" fmla="*/ 0 w 35"/>
                <a:gd name="T9" fmla="*/ 0 h 20"/>
                <a:gd name="T10" fmla="*/ 0 w 35"/>
                <a:gd name="T11" fmla="*/ 0 h 20"/>
                <a:gd name="T12" fmla="*/ 0 w 35"/>
                <a:gd name="T13" fmla="*/ 0 h 20"/>
                <a:gd name="T14" fmla="*/ 0 w 35"/>
                <a:gd name="T15" fmla="*/ 0 h 20"/>
                <a:gd name="T16" fmla="*/ 0 w 35"/>
                <a:gd name="T17" fmla="*/ 0 h 20"/>
                <a:gd name="T18" fmla="*/ 0 w 35"/>
                <a:gd name="T19" fmla="*/ 0 h 20"/>
                <a:gd name="T20" fmla="*/ 0 w 35"/>
                <a:gd name="T21" fmla="*/ 0 h 20"/>
                <a:gd name="T22" fmla="*/ 0 w 35"/>
                <a:gd name="T23" fmla="*/ 0 h 20"/>
                <a:gd name="T24" fmla="*/ 0 w 35"/>
                <a:gd name="T25" fmla="*/ 0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20"/>
                <a:gd name="T41" fmla="*/ 35 w 35"/>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20">
                  <a:moveTo>
                    <a:pt x="1" y="5"/>
                  </a:moveTo>
                  <a:lnTo>
                    <a:pt x="0" y="5"/>
                  </a:lnTo>
                  <a:lnTo>
                    <a:pt x="9" y="13"/>
                  </a:lnTo>
                  <a:lnTo>
                    <a:pt x="17" y="17"/>
                  </a:lnTo>
                  <a:lnTo>
                    <a:pt x="26" y="20"/>
                  </a:lnTo>
                  <a:lnTo>
                    <a:pt x="35" y="17"/>
                  </a:lnTo>
                  <a:lnTo>
                    <a:pt x="32" y="8"/>
                  </a:lnTo>
                  <a:lnTo>
                    <a:pt x="26" y="8"/>
                  </a:lnTo>
                  <a:lnTo>
                    <a:pt x="20" y="8"/>
                  </a:lnTo>
                  <a:lnTo>
                    <a:pt x="15" y="4"/>
                  </a:lnTo>
                  <a:lnTo>
                    <a:pt x="9" y="0"/>
                  </a:lnTo>
                  <a:lnTo>
                    <a:pt x="7" y="0"/>
                  </a:lnTo>
                  <a:lnTo>
                    <a:pt x="1" y="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8" name="Freeform 205">
              <a:extLst>
                <a:ext uri="{FF2B5EF4-FFF2-40B4-BE49-F238E27FC236}">
                  <a16:creationId xmlns:a16="http://schemas.microsoft.com/office/drawing/2014/main" id="{97322C65-919B-4687-AAAD-ABD7EDC4E4C4}"/>
                </a:ext>
              </a:extLst>
            </p:cNvPr>
            <p:cNvSpPr>
              <a:spLocks/>
            </p:cNvSpPr>
            <p:nvPr/>
          </p:nvSpPr>
          <p:spPr bwMode="auto">
            <a:xfrm>
              <a:off x="2531" y="2777"/>
              <a:ext cx="12" cy="37"/>
            </a:xfrm>
            <a:custGeom>
              <a:avLst/>
              <a:gdLst>
                <a:gd name="T0" fmla="*/ 0 w 35"/>
                <a:gd name="T1" fmla="*/ 0 h 111"/>
                <a:gd name="T2" fmla="*/ 0 w 35"/>
                <a:gd name="T3" fmla="*/ 0 h 111"/>
                <a:gd name="T4" fmla="*/ 0 w 35"/>
                <a:gd name="T5" fmla="*/ 0 h 111"/>
                <a:gd name="T6" fmla="*/ 0 w 35"/>
                <a:gd name="T7" fmla="*/ 0 h 111"/>
                <a:gd name="T8" fmla="*/ 0 w 35"/>
                <a:gd name="T9" fmla="*/ 0 h 111"/>
                <a:gd name="T10" fmla="*/ 0 w 35"/>
                <a:gd name="T11" fmla="*/ 0 h 111"/>
                <a:gd name="T12" fmla="*/ 0 w 35"/>
                <a:gd name="T13" fmla="*/ 0 h 111"/>
                <a:gd name="T14" fmla="*/ 0 w 35"/>
                <a:gd name="T15" fmla="*/ 0 h 111"/>
                <a:gd name="T16" fmla="*/ 0 w 35"/>
                <a:gd name="T17" fmla="*/ 0 h 111"/>
                <a:gd name="T18" fmla="*/ 0 w 35"/>
                <a:gd name="T19" fmla="*/ 0 h 111"/>
                <a:gd name="T20" fmla="*/ 0 w 35"/>
                <a:gd name="T21" fmla="*/ 0 h 111"/>
                <a:gd name="T22" fmla="*/ 0 w 35"/>
                <a:gd name="T23" fmla="*/ 0 h 111"/>
                <a:gd name="T24" fmla="*/ 0 w 35"/>
                <a:gd name="T25" fmla="*/ 0 h 1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111"/>
                <a:gd name="T41" fmla="*/ 35 w 35"/>
                <a:gd name="T42" fmla="*/ 111 h 1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111">
                  <a:moveTo>
                    <a:pt x="0" y="3"/>
                  </a:moveTo>
                  <a:lnTo>
                    <a:pt x="0" y="3"/>
                  </a:lnTo>
                  <a:lnTo>
                    <a:pt x="7" y="30"/>
                  </a:lnTo>
                  <a:lnTo>
                    <a:pt x="10" y="60"/>
                  </a:lnTo>
                  <a:lnTo>
                    <a:pt x="16" y="88"/>
                  </a:lnTo>
                  <a:lnTo>
                    <a:pt x="29" y="111"/>
                  </a:lnTo>
                  <a:lnTo>
                    <a:pt x="35" y="106"/>
                  </a:lnTo>
                  <a:lnTo>
                    <a:pt x="25" y="85"/>
                  </a:lnTo>
                  <a:lnTo>
                    <a:pt x="19" y="60"/>
                  </a:lnTo>
                  <a:lnTo>
                    <a:pt x="16" y="30"/>
                  </a:lnTo>
                  <a:lnTo>
                    <a:pt x="8" y="0"/>
                  </a:lnTo>
                  <a:lnTo>
                    <a:pt x="0"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79" name="Freeform 206">
              <a:extLst>
                <a:ext uri="{FF2B5EF4-FFF2-40B4-BE49-F238E27FC236}">
                  <a16:creationId xmlns:a16="http://schemas.microsoft.com/office/drawing/2014/main" id="{C15E4F29-10FA-4C03-9BD4-7A86F24CA91A}"/>
                </a:ext>
              </a:extLst>
            </p:cNvPr>
            <p:cNvSpPr>
              <a:spLocks/>
            </p:cNvSpPr>
            <p:nvPr/>
          </p:nvSpPr>
          <p:spPr bwMode="auto">
            <a:xfrm>
              <a:off x="2531" y="2771"/>
              <a:ext cx="5" cy="7"/>
            </a:xfrm>
            <a:custGeom>
              <a:avLst/>
              <a:gdLst>
                <a:gd name="T0" fmla="*/ 0 w 14"/>
                <a:gd name="T1" fmla="*/ 0 h 21"/>
                <a:gd name="T2" fmla="*/ 0 w 14"/>
                <a:gd name="T3" fmla="*/ 0 h 21"/>
                <a:gd name="T4" fmla="*/ 0 w 14"/>
                <a:gd name="T5" fmla="*/ 0 h 21"/>
                <a:gd name="T6" fmla="*/ 0 w 14"/>
                <a:gd name="T7" fmla="*/ 0 h 21"/>
                <a:gd name="T8" fmla="*/ 0 w 14"/>
                <a:gd name="T9" fmla="*/ 0 h 21"/>
                <a:gd name="T10" fmla="*/ 0 w 14"/>
                <a:gd name="T11" fmla="*/ 0 h 21"/>
                <a:gd name="T12" fmla="*/ 0 w 14"/>
                <a:gd name="T13" fmla="*/ 0 h 21"/>
                <a:gd name="T14" fmla="*/ 0 w 14"/>
                <a:gd name="T15" fmla="*/ 0 h 21"/>
                <a:gd name="T16" fmla="*/ 0 w 14"/>
                <a:gd name="T17" fmla="*/ 0 h 21"/>
                <a:gd name="T18" fmla="*/ 0 w 14"/>
                <a:gd name="T19" fmla="*/ 0 h 21"/>
                <a:gd name="T20" fmla="*/ 0 w 14"/>
                <a:gd name="T21" fmla="*/ 0 h 21"/>
                <a:gd name="T22" fmla="*/ 0 w 14"/>
                <a:gd name="T23" fmla="*/ 0 h 21"/>
                <a:gd name="T24" fmla="*/ 0 w 14"/>
                <a:gd name="T25" fmla="*/ 0 h 21"/>
                <a:gd name="T26" fmla="*/ 0 w 14"/>
                <a:gd name="T27" fmla="*/ 0 h 21"/>
                <a:gd name="T28" fmla="*/ 0 w 14"/>
                <a:gd name="T29" fmla="*/ 0 h 21"/>
                <a:gd name="T30" fmla="*/ 0 w 14"/>
                <a:gd name="T31" fmla="*/ 0 h 21"/>
                <a:gd name="T32" fmla="*/ 0 w 14"/>
                <a:gd name="T33" fmla="*/ 0 h 21"/>
                <a:gd name="T34" fmla="*/ 0 w 14"/>
                <a:gd name="T35" fmla="*/ 0 h 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
                <a:gd name="T55" fmla="*/ 0 h 21"/>
                <a:gd name="T56" fmla="*/ 14 w 14"/>
                <a:gd name="T57" fmla="*/ 21 h 2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 h="21">
                  <a:moveTo>
                    <a:pt x="14" y="8"/>
                  </a:moveTo>
                  <a:lnTo>
                    <a:pt x="8" y="0"/>
                  </a:lnTo>
                  <a:lnTo>
                    <a:pt x="3" y="5"/>
                  </a:lnTo>
                  <a:lnTo>
                    <a:pt x="1" y="9"/>
                  </a:lnTo>
                  <a:lnTo>
                    <a:pt x="0" y="15"/>
                  </a:lnTo>
                  <a:lnTo>
                    <a:pt x="0" y="21"/>
                  </a:lnTo>
                  <a:lnTo>
                    <a:pt x="8" y="18"/>
                  </a:lnTo>
                  <a:lnTo>
                    <a:pt x="8" y="15"/>
                  </a:lnTo>
                  <a:lnTo>
                    <a:pt x="10" y="12"/>
                  </a:lnTo>
                  <a:lnTo>
                    <a:pt x="11" y="11"/>
                  </a:lnTo>
                  <a:lnTo>
                    <a:pt x="11" y="9"/>
                  </a:lnTo>
                  <a:lnTo>
                    <a:pt x="5" y="2"/>
                  </a:lnTo>
                  <a:lnTo>
                    <a:pt x="11" y="9"/>
                  </a:lnTo>
                  <a:lnTo>
                    <a:pt x="14" y="6"/>
                  </a:lnTo>
                  <a:lnTo>
                    <a:pt x="14" y="3"/>
                  </a:lnTo>
                  <a:lnTo>
                    <a:pt x="13" y="0"/>
                  </a:lnTo>
                  <a:lnTo>
                    <a:pt x="8" y="0"/>
                  </a:lnTo>
                  <a:lnTo>
                    <a:pt x="14" y="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0" name="Freeform 207">
              <a:extLst>
                <a:ext uri="{FF2B5EF4-FFF2-40B4-BE49-F238E27FC236}">
                  <a16:creationId xmlns:a16="http://schemas.microsoft.com/office/drawing/2014/main" id="{63F58038-EA38-4F2B-B135-72034B759FE2}"/>
                </a:ext>
              </a:extLst>
            </p:cNvPr>
            <p:cNvSpPr>
              <a:spLocks/>
            </p:cNvSpPr>
            <p:nvPr/>
          </p:nvSpPr>
          <p:spPr bwMode="auto">
            <a:xfrm>
              <a:off x="2460" y="2772"/>
              <a:ext cx="76" cy="16"/>
            </a:xfrm>
            <a:custGeom>
              <a:avLst/>
              <a:gdLst>
                <a:gd name="T0" fmla="*/ 0 w 229"/>
                <a:gd name="T1" fmla="*/ 0 h 47"/>
                <a:gd name="T2" fmla="*/ 0 w 229"/>
                <a:gd name="T3" fmla="*/ 0 h 47"/>
                <a:gd name="T4" fmla="*/ 0 w 229"/>
                <a:gd name="T5" fmla="*/ 0 h 47"/>
                <a:gd name="T6" fmla="*/ 0 w 229"/>
                <a:gd name="T7" fmla="*/ 0 h 47"/>
                <a:gd name="T8" fmla="*/ 0 w 229"/>
                <a:gd name="T9" fmla="*/ 0 h 47"/>
                <a:gd name="T10" fmla="*/ 0 w 229"/>
                <a:gd name="T11" fmla="*/ 0 h 47"/>
                <a:gd name="T12" fmla="*/ 0 w 229"/>
                <a:gd name="T13" fmla="*/ 0 h 47"/>
                <a:gd name="T14" fmla="*/ 0 w 229"/>
                <a:gd name="T15" fmla="*/ 0 h 47"/>
                <a:gd name="T16" fmla="*/ 0 w 229"/>
                <a:gd name="T17" fmla="*/ 0 h 47"/>
                <a:gd name="T18" fmla="*/ 0 w 229"/>
                <a:gd name="T19" fmla="*/ 0 h 47"/>
                <a:gd name="T20" fmla="*/ 0 w 229"/>
                <a:gd name="T21" fmla="*/ 0 h 47"/>
                <a:gd name="T22" fmla="*/ 0 w 229"/>
                <a:gd name="T23" fmla="*/ 0 h 47"/>
                <a:gd name="T24" fmla="*/ 0 w 229"/>
                <a:gd name="T25" fmla="*/ 0 h 47"/>
                <a:gd name="T26" fmla="*/ 0 w 229"/>
                <a:gd name="T27" fmla="*/ 0 h 47"/>
                <a:gd name="T28" fmla="*/ 0 w 229"/>
                <a:gd name="T29" fmla="*/ 0 h 47"/>
                <a:gd name="T30" fmla="*/ 0 w 229"/>
                <a:gd name="T31" fmla="*/ 0 h 47"/>
                <a:gd name="T32" fmla="*/ 0 w 229"/>
                <a:gd name="T33" fmla="*/ 0 h 47"/>
                <a:gd name="T34" fmla="*/ 0 w 229"/>
                <a:gd name="T35" fmla="*/ 0 h 47"/>
                <a:gd name="T36" fmla="*/ 0 w 229"/>
                <a:gd name="T37" fmla="*/ 0 h 47"/>
                <a:gd name="T38" fmla="*/ 0 w 229"/>
                <a:gd name="T39" fmla="*/ 0 h 47"/>
                <a:gd name="T40" fmla="*/ 0 w 229"/>
                <a:gd name="T41" fmla="*/ 0 h 4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9"/>
                <a:gd name="T64" fmla="*/ 0 h 47"/>
                <a:gd name="T65" fmla="*/ 229 w 229"/>
                <a:gd name="T66" fmla="*/ 47 h 4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9" h="47">
                  <a:moveTo>
                    <a:pt x="0" y="37"/>
                  </a:moveTo>
                  <a:lnTo>
                    <a:pt x="0" y="37"/>
                  </a:lnTo>
                  <a:lnTo>
                    <a:pt x="26" y="40"/>
                  </a:lnTo>
                  <a:lnTo>
                    <a:pt x="56" y="43"/>
                  </a:lnTo>
                  <a:lnTo>
                    <a:pt x="87" y="46"/>
                  </a:lnTo>
                  <a:lnTo>
                    <a:pt x="120" y="47"/>
                  </a:lnTo>
                  <a:lnTo>
                    <a:pt x="149" y="44"/>
                  </a:lnTo>
                  <a:lnTo>
                    <a:pt x="180" y="37"/>
                  </a:lnTo>
                  <a:lnTo>
                    <a:pt x="207" y="25"/>
                  </a:lnTo>
                  <a:lnTo>
                    <a:pt x="229" y="6"/>
                  </a:lnTo>
                  <a:lnTo>
                    <a:pt x="220" y="0"/>
                  </a:lnTo>
                  <a:lnTo>
                    <a:pt x="201" y="16"/>
                  </a:lnTo>
                  <a:lnTo>
                    <a:pt x="178" y="28"/>
                  </a:lnTo>
                  <a:lnTo>
                    <a:pt x="149" y="36"/>
                  </a:lnTo>
                  <a:lnTo>
                    <a:pt x="120" y="36"/>
                  </a:lnTo>
                  <a:lnTo>
                    <a:pt x="87" y="37"/>
                  </a:lnTo>
                  <a:lnTo>
                    <a:pt x="56" y="34"/>
                  </a:lnTo>
                  <a:lnTo>
                    <a:pt x="26" y="31"/>
                  </a:lnTo>
                  <a:lnTo>
                    <a:pt x="0" y="28"/>
                  </a:lnTo>
                  <a:lnTo>
                    <a:pt x="0" y="37"/>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1" name="Freeform 208">
              <a:extLst>
                <a:ext uri="{FF2B5EF4-FFF2-40B4-BE49-F238E27FC236}">
                  <a16:creationId xmlns:a16="http://schemas.microsoft.com/office/drawing/2014/main" id="{A333C6BE-9EA9-477E-AE29-8D39C84F4B65}"/>
                </a:ext>
              </a:extLst>
            </p:cNvPr>
            <p:cNvSpPr>
              <a:spLocks/>
            </p:cNvSpPr>
            <p:nvPr/>
          </p:nvSpPr>
          <p:spPr bwMode="auto">
            <a:xfrm>
              <a:off x="2434" y="2740"/>
              <a:ext cx="26" cy="44"/>
            </a:xfrm>
            <a:custGeom>
              <a:avLst/>
              <a:gdLst>
                <a:gd name="T0" fmla="*/ 0 w 76"/>
                <a:gd name="T1" fmla="*/ 0 h 134"/>
                <a:gd name="T2" fmla="*/ 0 w 76"/>
                <a:gd name="T3" fmla="*/ 0 h 134"/>
                <a:gd name="T4" fmla="*/ 0 w 76"/>
                <a:gd name="T5" fmla="*/ 0 h 134"/>
                <a:gd name="T6" fmla="*/ 0 w 76"/>
                <a:gd name="T7" fmla="*/ 0 h 134"/>
                <a:gd name="T8" fmla="*/ 0 w 76"/>
                <a:gd name="T9" fmla="*/ 0 h 134"/>
                <a:gd name="T10" fmla="*/ 0 w 76"/>
                <a:gd name="T11" fmla="*/ 0 h 134"/>
                <a:gd name="T12" fmla="*/ 0 w 76"/>
                <a:gd name="T13" fmla="*/ 0 h 134"/>
                <a:gd name="T14" fmla="*/ 0 w 76"/>
                <a:gd name="T15" fmla="*/ 0 h 134"/>
                <a:gd name="T16" fmla="*/ 0 w 76"/>
                <a:gd name="T17" fmla="*/ 0 h 134"/>
                <a:gd name="T18" fmla="*/ 0 w 76"/>
                <a:gd name="T19" fmla="*/ 0 h 134"/>
                <a:gd name="T20" fmla="*/ 0 w 76"/>
                <a:gd name="T21" fmla="*/ 0 h 134"/>
                <a:gd name="T22" fmla="*/ 0 w 76"/>
                <a:gd name="T23" fmla="*/ 0 h 134"/>
                <a:gd name="T24" fmla="*/ 0 w 76"/>
                <a:gd name="T25" fmla="*/ 0 h 134"/>
                <a:gd name="T26" fmla="*/ 0 w 76"/>
                <a:gd name="T27" fmla="*/ 0 h 134"/>
                <a:gd name="T28" fmla="*/ 0 w 76"/>
                <a:gd name="T29" fmla="*/ 0 h 134"/>
                <a:gd name="T30" fmla="*/ 0 w 76"/>
                <a:gd name="T31" fmla="*/ 0 h 134"/>
                <a:gd name="T32" fmla="*/ 0 w 76"/>
                <a:gd name="T33" fmla="*/ 0 h 134"/>
                <a:gd name="T34" fmla="*/ 0 w 76"/>
                <a:gd name="T35" fmla="*/ 0 h 134"/>
                <a:gd name="T36" fmla="*/ 0 w 76"/>
                <a:gd name="T37" fmla="*/ 0 h 134"/>
                <a:gd name="T38" fmla="*/ 0 w 76"/>
                <a:gd name="T39" fmla="*/ 0 h 134"/>
                <a:gd name="T40" fmla="*/ 0 w 76"/>
                <a:gd name="T41" fmla="*/ 0 h 1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134"/>
                <a:gd name="T65" fmla="*/ 76 w 76"/>
                <a:gd name="T66" fmla="*/ 134 h 1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134">
                  <a:moveTo>
                    <a:pt x="0" y="3"/>
                  </a:moveTo>
                  <a:lnTo>
                    <a:pt x="0" y="3"/>
                  </a:lnTo>
                  <a:lnTo>
                    <a:pt x="8" y="21"/>
                  </a:lnTo>
                  <a:lnTo>
                    <a:pt x="13" y="42"/>
                  </a:lnTo>
                  <a:lnTo>
                    <a:pt x="19" y="63"/>
                  </a:lnTo>
                  <a:lnTo>
                    <a:pt x="25" y="82"/>
                  </a:lnTo>
                  <a:lnTo>
                    <a:pt x="33" y="100"/>
                  </a:lnTo>
                  <a:lnTo>
                    <a:pt x="43" y="116"/>
                  </a:lnTo>
                  <a:lnTo>
                    <a:pt x="58" y="128"/>
                  </a:lnTo>
                  <a:lnTo>
                    <a:pt x="76" y="134"/>
                  </a:lnTo>
                  <a:lnTo>
                    <a:pt x="76" y="125"/>
                  </a:lnTo>
                  <a:lnTo>
                    <a:pt x="61" y="119"/>
                  </a:lnTo>
                  <a:lnTo>
                    <a:pt x="49" y="110"/>
                  </a:lnTo>
                  <a:lnTo>
                    <a:pt x="42" y="97"/>
                  </a:lnTo>
                  <a:lnTo>
                    <a:pt x="34" y="79"/>
                  </a:lnTo>
                  <a:lnTo>
                    <a:pt x="28" y="60"/>
                  </a:lnTo>
                  <a:lnTo>
                    <a:pt x="22" y="39"/>
                  </a:lnTo>
                  <a:lnTo>
                    <a:pt x="16" y="18"/>
                  </a:lnTo>
                  <a:lnTo>
                    <a:pt x="9" y="0"/>
                  </a:lnTo>
                  <a:lnTo>
                    <a:pt x="0"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2" name="Freeform 209">
              <a:extLst>
                <a:ext uri="{FF2B5EF4-FFF2-40B4-BE49-F238E27FC236}">
                  <a16:creationId xmlns:a16="http://schemas.microsoft.com/office/drawing/2014/main" id="{A725181E-6602-47DD-8003-88656071C076}"/>
                </a:ext>
              </a:extLst>
            </p:cNvPr>
            <p:cNvSpPr>
              <a:spLocks/>
            </p:cNvSpPr>
            <p:nvPr/>
          </p:nvSpPr>
          <p:spPr bwMode="auto">
            <a:xfrm>
              <a:off x="2434" y="2733"/>
              <a:ext cx="5" cy="8"/>
            </a:xfrm>
            <a:custGeom>
              <a:avLst/>
              <a:gdLst>
                <a:gd name="T0" fmla="*/ 0 w 13"/>
                <a:gd name="T1" fmla="*/ 0 h 23"/>
                <a:gd name="T2" fmla="*/ 0 w 13"/>
                <a:gd name="T3" fmla="*/ 0 h 23"/>
                <a:gd name="T4" fmla="*/ 0 w 13"/>
                <a:gd name="T5" fmla="*/ 0 h 23"/>
                <a:gd name="T6" fmla="*/ 0 w 13"/>
                <a:gd name="T7" fmla="*/ 0 h 23"/>
                <a:gd name="T8" fmla="*/ 0 w 13"/>
                <a:gd name="T9" fmla="*/ 0 h 23"/>
                <a:gd name="T10" fmla="*/ 0 w 13"/>
                <a:gd name="T11" fmla="*/ 0 h 23"/>
                <a:gd name="T12" fmla="*/ 0 w 13"/>
                <a:gd name="T13" fmla="*/ 0 h 23"/>
                <a:gd name="T14" fmla="*/ 0 w 13"/>
                <a:gd name="T15" fmla="*/ 0 h 23"/>
                <a:gd name="T16" fmla="*/ 0 w 13"/>
                <a:gd name="T17" fmla="*/ 0 h 23"/>
                <a:gd name="T18" fmla="*/ 0 w 13"/>
                <a:gd name="T19" fmla="*/ 0 h 23"/>
                <a:gd name="T20" fmla="*/ 0 w 13"/>
                <a:gd name="T21" fmla="*/ 0 h 23"/>
                <a:gd name="T22" fmla="*/ 0 w 13"/>
                <a:gd name="T23" fmla="*/ 0 h 23"/>
                <a:gd name="T24" fmla="*/ 0 w 13"/>
                <a:gd name="T25" fmla="*/ 0 h 23"/>
                <a:gd name="T26" fmla="*/ 0 w 13"/>
                <a:gd name="T27" fmla="*/ 0 h 23"/>
                <a:gd name="T28" fmla="*/ 0 w 13"/>
                <a:gd name="T29" fmla="*/ 0 h 23"/>
                <a:gd name="T30" fmla="*/ 0 w 13"/>
                <a:gd name="T31" fmla="*/ 0 h 23"/>
                <a:gd name="T32" fmla="*/ 0 w 13"/>
                <a:gd name="T33" fmla="*/ 0 h 23"/>
                <a:gd name="T34" fmla="*/ 0 w 13"/>
                <a:gd name="T35" fmla="*/ 0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
                <a:gd name="T55" fmla="*/ 0 h 23"/>
                <a:gd name="T56" fmla="*/ 13 w 13"/>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 h="23">
                  <a:moveTo>
                    <a:pt x="13" y="6"/>
                  </a:moveTo>
                  <a:lnTo>
                    <a:pt x="5" y="4"/>
                  </a:lnTo>
                  <a:lnTo>
                    <a:pt x="3" y="7"/>
                  </a:lnTo>
                  <a:lnTo>
                    <a:pt x="2" y="12"/>
                  </a:lnTo>
                  <a:lnTo>
                    <a:pt x="0" y="17"/>
                  </a:lnTo>
                  <a:lnTo>
                    <a:pt x="0" y="23"/>
                  </a:lnTo>
                  <a:lnTo>
                    <a:pt x="9" y="20"/>
                  </a:lnTo>
                  <a:lnTo>
                    <a:pt x="9" y="17"/>
                  </a:lnTo>
                  <a:lnTo>
                    <a:pt x="11" y="15"/>
                  </a:lnTo>
                  <a:lnTo>
                    <a:pt x="12" y="10"/>
                  </a:lnTo>
                  <a:lnTo>
                    <a:pt x="13" y="4"/>
                  </a:lnTo>
                  <a:lnTo>
                    <a:pt x="5" y="3"/>
                  </a:lnTo>
                  <a:lnTo>
                    <a:pt x="13" y="4"/>
                  </a:lnTo>
                  <a:lnTo>
                    <a:pt x="12" y="1"/>
                  </a:lnTo>
                  <a:lnTo>
                    <a:pt x="9" y="0"/>
                  </a:lnTo>
                  <a:lnTo>
                    <a:pt x="6" y="1"/>
                  </a:lnTo>
                  <a:lnTo>
                    <a:pt x="5" y="4"/>
                  </a:lnTo>
                  <a:lnTo>
                    <a:pt x="13"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3" name="Freeform 210">
              <a:extLst>
                <a:ext uri="{FF2B5EF4-FFF2-40B4-BE49-F238E27FC236}">
                  <a16:creationId xmlns:a16="http://schemas.microsoft.com/office/drawing/2014/main" id="{CAEEF49F-EA26-4942-A8BB-708FA745E82D}"/>
                </a:ext>
              </a:extLst>
            </p:cNvPr>
            <p:cNvSpPr>
              <a:spLocks/>
            </p:cNvSpPr>
            <p:nvPr/>
          </p:nvSpPr>
          <p:spPr bwMode="auto">
            <a:xfrm>
              <a:off x="2423" y="2734"/>
              <a:ext cx="16" cy="46"/>
            </a:xfrm>
            <a:custGeom>
              <a:avLst/>
              <a:gdLst>
                <a:gd name="T0" fmla="*/ 0 w 47"/>
                <a:gd name="T1" fmla="*/ 0 h 138"/>
                <a:gd name="T2" fmla="*/ 0 w 47"/>
                <a:gd name="T3" fmla="*/ 0 h 138"/>
                <a:gd name="T4" fmla="*/ 0 w 47"/>
                <a:gd name="T5" fmla="*/ 0 h 138"/>
                <a:gd name="T6" fmla="*/ 0 w 47"/>
                <a:gd name="T7" fmla="*/ 0 h 138"/>
                <a:gd name="T8" fmla="*/ 0 w 47"/>
                <a:gd name="T9" fmla="*/ 0 h 138"/>
                <a:gd name="T10" fmla="*/ 0 w 47"/>
                <a:gd name="T11" fmla="*/ 0 h 138"/>
                <a:gd name="T12" fmla="*/ 0 w 47"/>
                <a:gd name="T13" fmla="*/ 0 h 138"/>
                <a:gd name="T14" fmla="*/ 0 w 47"/>
                <a:gd name="T15" fmla="*/ 0 h 138"/>
                <a:gd name="T16" fmla="*/ 0 w 47"/>
                <a:gd name="T17" fmla="*/ 0 h 138"/>
                <a:gd name="T18" fmla="*/ 0 w 47"/>
                <a:gd name="T19" fmla="*/ 0 h 138"/>
                <a:gd name="T20" fmla="*/ 0 w 47"/>
                <a:gd name="T21" fmla="*/ 0 h 138"/>
                <a:gd name="T22" fmla="*/ 0 w 47"/>
                <a:gd name="T23" fmla="*/ 0 h 138"/>
                <a:gd name="T24" fmla="*/ 0 w 47"/>
                <a:gd name="T25" fmla="*/ 0 h 1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
                <a:gd name="T40" fmla="*/ 0 h 138"/>
                <a:gd name="T41" fmla="*/ 47 w 47"/>
                <a:gd name="T42" fmla="*/ 138 h 1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 h="138">
                  <a:moveTo>
                    <a:pt x="9" y="138"/>
                  </a:moveTo>
                  <a:lnTo>
                    <a:pt x="9" y="138"/>
                  </a:lnTo>
                  <a:lnTo>
                    <a:pt x="22" y="105"/>
                  </a:lnTo>
                  <a:lnTo>
                    <a:pt x="30" y="69"/>
                  </a:lnTo>
                  <a:lnTo>
                    <a:pt x="36" y="35"/>
                  </a:lnTo>
                  <a:lnTo>
                    <a:pt x="47" y="3"/>
                  </a:lnTo>
                  <a:lnTo>
                    <a:pt x="39" y="0"/>
                  </a:lnTo>
                  <a:lnTo>
                    <a:pt x="27" y="32"/>
                  </a:lnTo>
                  <a:lnTo>
                    <a:pt x="21" y="69"/>
                  </a:lnTo>
                  <a:lnTo>
                    <a:pt x="13" y="102"/>
                  </a:lnTo>
                  <a:lnTo>
                    <a:pt x="0" y="132"/>
                  </a:lnTo>
                  <a:lnTo>
                    <a:pt x="9" y="13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4" name="Freeform 211">
              <a:extLst>
                <a:ext uri="{FF2B5EF4-FFF2-40B4-BE49-F238E27FC236}">
                  <a16:creationId xmlns:a16="http://schemas.microsoft.com/office/drawing/2014/main" id="{C271605B-998E-4EE2-BFA5-9E4DD1B2E257}"/>
                </a:ext>
              </a:extLst>
            </p:cNvPr>
            <p:cNvSpPr>
              <a:spLocks/>
            </p:cNvSpPr>
            <p:nvPr/>
          </p:nvSpPr>
          <p:spPr bwMode="auto">
            <a:xfrm>
              <a:off x="2383" y="2773"/>
              <a:ext cx="43" cy="12"/>
            </a:xfrm>
            <a:custGeom>
              <a:avLst/>
              <a:gdLst>
                <a:gd name="T0" fmla="*/ 0 w 130"/>
                <a:gd name="T1" fmla="*/ 0 h 37"/>
                <a:gd name="T2" fmla="*/ 0 w 130"/>
                <a:gd name="T3" fmla="*/ 0 h 37"/>
                <a:gd name="T4" fmla="*/ 0 w 130"/>
                <a:gd name="T5" fmla="*/ 0 h 37"/>
                <a:gd name="T6" fmla="*/ 0 w 130"/>
                <a:gd name="T7" fmla="*/ 0 h 37"/>
                <a:gd name="T8" fmla="*/ 0 w 130"/>
                <a:gd name="T9" fmla="*/ 0 h 37"/>
                <a:gd name="T10" fmla="*/ 0 w 130"/>
                <a:gd name="T11" fmla="*/ 0 h 37"/>
                <a:gd name="T12" fmla="*/ 0 w 130"/>
                <a:gd name="T13" fmla="*/ 0 h 37"/>
                <a:gd name="T14" fmla="*/ 0 w 130"/>
                <a:gd name="T15" fmla="*/ 0 h 37"/>
                <a:gd name="T16" fmla="*/ 0 w 130"/>
                <a:gd name="T17" fmla="*/ 0 h 37"/>
                <a:gd name="T18" fmla="*/ 0 w 130"/>
                <a:gd name="T19" fmla="*/ 0 h 37"/>
                <a:gd name="T20" fmla="*/ 0 w 130"/>
                <a:gd name="T21" fmla="*/ 0 h 37"/>
                <a:gd name="T22" fmla="*/ 0 w 130"/>
                <a:gd name="T23" fmla="*/ 0 h 37"/>
                <a:gd name="T24" fmla="*/ 0 w 130"/>
                <a:gd name="T25" fmla="*/ 0 h 37"/>
                <a:gd name="T26" fmla="*/ 0 w 130"/>
                <a:gd name="T27" fmla="*/ 0 h 37"/>
                <a:gd name="T28" fmla="*/ 0 w 130"/>
                <a:gd name="T29" fmla="*/ 0 h 37"/>
                <a:gd name="T30" fmla="*/ 0 w 130"/>
                <a:gd name="T31" fmla="*/ 0 h 37"/>
                <a:gd name="T32" fmla="*/ 0 w 130"/>
                <a:gd name="T33" fmla="*/ 0 h 37"/>
                <a:gd name="T34" fmla="*/ 0 w 130"/>
                <a:gd name="T35" fmla="*/ 0 h 37"/>
                <a:gd name="T36" fmla="*/ 0 w 130"/>
                <a:gd name="T37" fmla="*/ 0 h 37"/>
                <a:gd name="T38" fmla="*/ 0 w 130"/>
                <a:gd name="T39" fmla="*/ 0 h 37"/>
                <a:gd name="T40" fmla="*/ 0 w 130"/>
                <a:gd name="T41" fmla="*/ 0 h 37"/>
                <a:gd name="T42" fmla="*/ 0 w 130"/>
                <a:gd name="T43" fmla="*/ 0 h 37"/>
                <a:gd name="T44" fmla="*/ 0 w 130"/>
                <a:gd name="T45" fmla="*/ 0 h 37"/>
                <a:gd name="T46" fmla="*/ 0 w 130"/>
                <a:gd name="T47" fmla="*/ 0 h 37"/>
                <a:gd name="T48" fmla="*/ 0 w 130"/>
                <a:gd name="T49" fmla="*/ 0 h 37"/>
                <a:gd name="T50" fmla="*/ 0 w 130"/>
                <a:gd name="T51" fmla="*/ 0 h 3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0"/>
                <a:gd name="T79" fmla="*/ 0 h 37"/>
                <a:gd name="T80" fmla="*/ 130 w 130"/>
                <a:gd name="T81" fmla="*/ 37 h 3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0" h="37">
                  <a:moveTo>
                    <a:pt x="4" y="0"/>
                  </a:moveTo>
                  <a:lnTo>
                    <a:pt x="4" y="9"/>
                  </a:lnTo>
                  <a:lnTo>
                    <a:pt x="19" y="12"/>
                  </a:lnTo>
                  <a:lnTo>
                    <a:pt x="35" y="18"/>
                  </a:lnTo>
                  <a:lnTo>
                    <a:pt x="53" y="24"/>
                  </a:lnTo>
                  <a:lnTo>
                    <a:pt x="69" y="30"/>
                  </a:lnTo>
                  <a:lnTo>
                    <a:pt x="87" y="34"/>
                  </a:lnTo>
                  <a:lnTo>
                    <a:pt x="102" y="37"/>
                  </a:lnTo>
                  <a:lnTo>
                    <a:pt x="115" y="33"/>
                  </a:lnTo>
                  <a:lnTo>
                    <a:pt x="130" y="21"/>
                  </a:lnTo>
                  <a:lnTo>
                    <a:pt x="121" y="15"/>
                  </a:lnTo>
                  <a:lnTo>
                    <a:pt x="112" y="24"/>
                  </a:lnTo>
                  <a:lnTo>
                    <a:pt x="102" y="25"/>
                  </a:lnTo>
                  <a:lnTo>
                    <a:pt x="87" y="25"/>
                  </a:lnTo>
                  <a:lnTo>
                    <a:pt x="72" y="21"/>
                  </a:lnTo>
                  <a:lnTo>
                    <a:pt x="56" y="15"/>
                  </a:lnTo>
                  <a:lnTo>
                    <a:pt x="38" y="9"/>
                  </a:lnTo>
                  <a:lnTo>
                    <a:pt x="22" y="3"/>
                  </a:lnTo>
                  <a:lnTo>
                    <a:pt x="4" y="0"/>
                  </a:lnTo>
                  <a:lnTo>
                    <a:pt x="4" y="9"/>
                  </a:lnTo>
                  <a:lnTo>
                    <a:pt x="4" y="0"/>
                  </a:lnTo>
                  <a:lnTo>
                    <a:pt x="1" y="1"/>
                  </a:lnTo>
                  <a:lnTo>
                    <a:pt x="0" y="4"/>
                  </a:lnTo>
                  <a:lnTo>
                    <a:pt x="1" y="7"/>
                  </a:lnTo>
                  <a:lnTo>
                    <a:pt x="4" y="9"/>
                  </a:lnTo>
                  <a:lnTo>
                    <a:pt x="4"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5" name="Freeform 212">
              <a:extLst>
                <a:ext uri="{FF2B5EF4-FFF2-40B4-BE49-F238E27FC236}">
                  <a16:creationId xmlns:a16="http://schemas.microsoft.com/office/drawing/2014/main" id="{4564E643-94E9-4A46-B07F-4CF2D9058BAB}"/>
                </a:ext>
              </a:extLst>
            </p:cNvPr>
            <p:cNvSpPr>
              <a:spLocks/>
            </p:cNvSpPr>
            <p:nvPr/>
          </p:nvSpPr>
          <p:spPr bwMode="auto">
            <a:xfrm>
              <a:off x="2384" y="2773"/>
              <a:ext cx="11" cy="8"/>
            </a:xfrm>
            <a:custGeom>
              <a:avLst/>
              <a:gdLst>
                <a:gd name="T0" fmla="*/ 0 w 34"/>
                <a:gd name="T1" fmla="*/ 0 h 25"/>
                <a:gd name="T2" fmla="*/ 0 w 34"/>
                <a:gd name="T3" fmla="*/ 0 h 25"/>
                <a:gd name="T4" fmla="*/ 0 w 34"/>
                <a:gd name="T5" fmla="*/ 0 h 25"/>
                <a:gd name="T6" fmla="*/ 0 w 34"/>
                <a:gd name="T7" fmla="*/ 0 h 25"/>
                <a:gd name="T8" fmla="*/ 0 w 34"/>
                <a:gd name="T9" fmla="*/ 0 h 25"/>
                <a:gd name="T10" fmla="*/ 0 w 34"/>
                <a:gd name="T11" fmla="*/ 0 h 25"/>
                <a:gd name="T12" fmla="*/ 0 w 34"/>
                <a:gd name="T13" fmla="*/ 0 h 25"/>
                <a:gd name="T14" fmla="*/ 0 w 34"/>
                <a:gd name="T15" fmla="*/ 0 h 25"/>
                <a:gd name="T16" fmla="*/ 0 w 34"/>
                <a:gd name="T17" fmla="*/ 0 h 25"/>
                <a:gd name="T18" fmla="*/ 0 w 34"/>
                <a:gd name="T19" fmla="*/ 0 h 25"/>
                <a:gd name="T20" fmla="*/ 0 w 34"/>
                <a:gd name="T21" fmla="*/ 0 h 25"/>
                <a:gd name="T22" fmla="*/ 0 w 34"/>
                <a:gd name="T23" fmla="*/ 0 h 25"/>
                <a:gd name="T24" fmla="*/ 0 w 34"/>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25"/>
                <a:gd name="T41" fmla="*/ 34 w 34"/>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25">
                  <a:moveTo>
                    <a:pt x="33" y="25"/>
                  </a:moveTo>
                  <a:lnTo>
                    <a:pt x="34" y="25"/>
                  </a:lnTo>
                  <a:lnTo>
                    <a:pt x="31" y="16"/>
                  </a:lnTo>
                  <a:lnTo>
                    <a:pt x="24" y="6"/>
                  </a:lnTo>
                  <a:lnTo>
                    <a:pt x="13" y="1"/>
                  </a:lnTo>
                  <a:lnTo>
                    <a:pt x="0" y="0"/>
                  </a:lnTo>
                  <a:lnTo>
                    <a:pt x="0" y="9"/>
                  </a:lnTo>
                  <a:lnTo>
                    <a:pt x="10" y="10"/>
                  </a:lnTo>
                  <a:lnTo>
                    <a:pt x="18" y="15"/>
                  </a:lnTo>
                  <a:lnTo>
                    <a:pt x="22" y="19"/>
                  </a:lnTo>
                  <a:lnTo>
                    <a:pt x="22" y="25"/>
                  </a:lnTo>
                  <a:lnTo>
                    <a:pt x="24" y="25"/>
                  </a:lnTo>
                  <a:lnTo>
                    <a:pt x="33" y="2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6" name="Freeform 213">
              <a:extLst>
                <a:ext uri="{FF2B5EF4-FFF2-40B4-BE49-F238E27FC236}">
                  <a16:creationId xmlns:a16="http://schemas.microsoft.com/office/drawing/2014/main" id="{E23865FF-046C-4D00-98C0-C49C70E8FC5C}"/>
                </a:ext>
              </a:extLst>
            </p:cNvPr>
            <p:cNvSpPr>
              <a:spLocks/>
            </p:cNvSpPr>
            <p:nvPr/>
          </p:nvSpPr>
          <p:spPr bwMode="auto">
            <a:xfrm>
              <a:off x="2366" y="2781"/>
              <a:ext cx="29" cy="115"/>
            </a:xfrm>
            <a:custGeom>
              <a:avLst/>
              <a:gdLst>
                <a:gd name="T0" fmla="*/ 0 w 86"/>
                <a:gd name="T1" fmla="*/ 0 h 343"/>
                <a:gd name="T2" fmla="*/ 0 w 86"/>
                <a:gd name="T3" fmla="*/ 0 h 343"/>
                <a:gd name="T4" fmla="*/ 0 w 86"/>
                <a:gd name="T5" fmla="*/ 0 h 343"/>
                <a:gd name="T6" fmla="*/ 0 w 86"/>
                <a:gd name="T7" fmla="*/ 0 h 343"/>
                <a:gd name="T8" fmla="*/ 0 w 86"/>
                <a:gd name="T9" fmla="*/ 0 h 343"/>
                <a:gd name="T10" fmla="*/ 0 w 86"/>
                <a:gd name="T11" fmla="*/ 0 h 343"/>
                <a:gd name="T12" fmla="*/ 0 w 86"/>
                <a:gd name="T13" fmla="*/ 0 h 343"/>
                <a:gd name="T14" fmla="*/ 0 w 86"/>
                <a:gd name="T15" fmla="*/ 0 h 343"/>
                <a:gd name="T16" fmla="*/ 0 w 86"/>
                <a:gd name="T17" fmla="*/ 0 h 343"/>
                <a:gd name="T18" fmla="*/ 0 w 86"/>
                <a:gd name="T19" fmla="*/ 0 h 343"/>
                <a:gd name="T20" fmla="*/ 0 w 86"/>
                <a:gd name="T21" fmla="*/ 0 h 343"/>
                <a:gd name="T22" fmla="*/ 0 w 86"/>
                <a:gd name="T23" fmla="*/ 0 h 343"/>
                <a:gd name="T24" fmla="*/ 0 w 86"/>
                <a:gd name="T25" fmla="*/ 0 h 343"/>
                <a:gd name="T26" fmla="*/ 0 w 86"/>
                <a:gd name="T27" fmla="*/ 0 h 343"/>
                <a:gd name="T28" fmla="*/ 0 w 86"/>
                <a:gd name="T29" fmla="*/ 0 h 343"/>
                <a:gd name="T30" fmla="*/ 0 w 86"/>
                <a:gd name="T31" fmla="*/ 0 h 343"/>
                <a:gd name="T32" fmla="*/ 0 w 86"/>
                <a:gd name="T33" fmla="*/ 0 h 343"/>
                <a:gd name="T34" fmla="*/ 0 w 86"/>
                <a:gd name="T35" fmla="*/ 0 h 343"/>
                <a:gd name="T36" fmla="*/ 0 w 86"/>
                <a:gd name="T37" fmla="*/ 0 h 343"/>
                <a:gd name="T38" fmla="*/ 0 w 86"/>
                <a:gd name="T39" fmla="*/ 0 h 343"/>
                <a:gd name="T40" fmla="*/ 0 w 86"/>
                <a:gd name="T41" fmla="*/ 0 h 343"/>
                <a:gd name="T42" fmla="*/ 0 w 86"/>
                <a:gd name="T43" fmla="*/ 0 h 343"/>
                <a:gd name="T44" fmla="*/ 0 w 86"/>
                <a:gd name="T45" fmla="*/ 0 h 343"/>
                <a:gd name="T46" fmla="*/ 0 w 86"/>
                <a:gd name="T47" fmla="*/ 0 h 343"/>
                <a:gd name="T48" fmla="*/ 0 w 86"/>
                <a:gd name="T49" fmla="*/ 0 h 34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6"/>
                <a:gd name="T76" fmla="*/ 0 h 343"/>
                <a:gd name="T77" fmla="*/ 86 w 86"/>
                <a:gd name="T78" fmla="*/ 343 h 34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6" h="343">
                  <a:moveTo>
                    <a:pt x="9" y="338"/>
                  </a:moveTo>
                  <a:lnTo>
                    <a:pt x="9" y="338"/>
                  </a:lnTo>
                  <a:lnTo>
                    <a:pt x="19" y="300"/>
                  </a:lnTo>
                  <a:lnTo>
                    <a:pt x="32" y="258"/>
                  </a:lnTo>
                  <a:lnTo>
                    <a:pt x="46" y="215"/>
                  </a:lnTo>
                  <a:lnTo>
                    <a:pt x="59" y="171"/>
                  </a:lnTo>
                  <a:lnTo>
                    <a:pt x="71" y="126"/>
                  </a:lnTo>
                  <a:lnTo>
                    <a:pt x="80" y="83"/>
                  </a:lnTo>
                  <a:lnTo>
                    <a:pt x="86" y="42"/>
                  </a:lnTo>
                  <a:lnTo>
                    <a:pt x="86" y="0"/>
                  </a:lnTo>
                  <a:lnTo>
                    <a:pt x="77" y="0"/>
                  </a:lnTo>
                  <a:lnTo>
                    <a:pt x="77" y="42"/>
                  </a:lnTo>
                  <a:lnTo>
                    <a:pt x="71" y="83"/>
                  </a:lnTo>
                  <a:lnTo>
                    <a:pt x="62" y="126"/>
                  </a:lnTo>
                  <a:lnTo>
                    <a:pt x="50" y="168"/>
                  </a:lnTo>
                  <a:lnTo>
                    <a:pt x="37" y="212"/>
                  </a:lnTo>
                  <a:lnTo>
                    <a:pt x="23" y="255"/>
                  </a:lnTo>
                  <a:lnTo>
                    <a:pt x="10" y="297"/>
                  </a:lnTo>
                  <a:lnTo>
                    <a:pt x="0" y="338"/>
                  </a:lnTo>
                  <a:lnTo>
                    <a:pt x="1" y="341"/>
                  </a:lnTo>
                  <a:lnTo>
                    <a:pt x="4" y="343"/>
                  </a:lnTo>
                  <a:lnTo>
                    <a:pt x="7" y="341"/>
                  </a:lnTo>
                  <a:lnTo>
                    <a:pt x="9" y="338"/>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7" name="Freeform 214">
              <a:extLst>
                <a:ext uri="{FF2B5EF4-FFF2-40B4-BE49-F238E27FC236}">
                  <a16:creationId xmlns:a16="http://schemas.microsoft.com/office/drawing/2014/main" id="{80BFF06D-3476-4DDA-B107-4D28CAF55687}"/>
                </a:ext>
              </a:extLst>
            </p:cNvPr>
            <p:cNvSpPr>
              <a:spLocks/>
            </p:cNvSpPr>
            <p:nvPr/>
          </p:nvSpPr>
          <p:spPr bwMode="auto">
            <a:xfrm>
              <a:off x="2342" y="2894"/>
              <a:ext cx="27" cy="111"/>
            </a:xfrm>
            <a:custGeom>
              <a:avLst/>
              <a:gdLst>
                <a:gd name="T0" fmla="*/ 0 w 83"/>
                <a:gd name="T1" fmla="*/ 0 h 334"/>
                <a:gd name="T2" fmla="*/ 0 w 83"/>
                <a:gd name="T3" fmla="*/ 0 h 334"/>
                <a:gd name="T4" fmla="*/ 0 w 83"/>
                <a:gd name="T5" fmla="*/ 0 h 334"/>
                <a:gd name="T6" fmla="*/ 0 w 83"/>
                <a:gd name="T7" fmla="*/ 0 h 334"/>
                <a:gd name="T8" fmla="*/ 0 w 83"/>
                <a:gd name="T9" fmla="*/ 0 h 334"/>
                <a:gd name="T10" fmla="*/ 0 w 83"/>
                <a:gd name="T11" fmla="*/ 0 h 334"/>
                <a:gd name="T12" fmla="*/ 0 w 83"/>
                <a:gd name="T13" fmla="*/ 0 h 334"/>
                <a:gd name="T14" fmla="*/ 0 w 83"/>
                <a:gd name="T15" fmla="*/ 0 h 334"/>
                <a:gd name="T16" fmla="*/ 0 w 83"/>
                <a:gd name="T17" fmla="*/ 0 h 334"/>
                <a:gd name="T18" fmla="*/ 0 w 83"/>
                <a:gd name="T19" fmla="*/ 0 h 334"/>
                <a:gd name="T20" fmla="*/ 0 w 83"/>
                <a:gd name="T21" fmla="*/ 0 h 334"/>
                <a:gd name="T22" fmla="*/ 0 w 83"/>
                <a:gd name="T23" fmla="*/ 0 h 334"/>
                <a:gd name="T24" fmla="*/ 0 w 83"/>
                <a:gd name="T25" fmla="*/ 0 h 334"/>
                <a:gd name="T26" fmla="*/ 0 w 83"/>
                <a:gd name="T27" fmla="*/ 0 h 334"/>
                <a:gd name="T28" fmla="*/ 0 w 83"/>
                <a:gd name="T29" fmla="*/ 0 h 334"/>
                <a:gd name="T30" fmla="*/ 0 w 83"/>
                <a:gd name="T31" fmla="*/ 0 h 334"/>
                <a:gd name="T32" fmla="*/ 0 w 83"/>
                <a:gd name="T33" fmla="*/ 0 h 334"/>
                <a:gd name="T34" fmla="*/ 0 w 83"/>
                <a:gd name="T35" fmla="*/ 0 h 334"/>
                <a:gd name="T36" fmla="*/ 0 w 83"/>
                <a:gd name="T37" fmla="*/ 0 h 334"/>
                <a:gd name="T38" fmla="*/ 0 w 83"/>
                <a:gd name="T39" fmla="*/ 0 h 334"/>
                <a:gd name="T40" fmla="*/ 0 w 83"/>
                <a:gd name="T41" fmla="*/ 0 h 334"/>
                <a:gd name="T42" fmla="*/ 0 w 83"/>
                <a:gd name="T43" fmla="*/ 0 h 334"/>
                <a:gd name="T44" fmla="*/ 0 w 83"/>
                <a:gd name="T45" fmla="*/ 0 h 334"/>
                <a:gd name="T46" fmla="*/ 0 w 83"/>
                <a:gd name="T47" fmla="*/ 0 h 334"/>
                <a:gd name="T48" fmla="*/ 0 w 83"/>
                <a:gd name="T49" fmla="*/ 0 h 334"/>
                <a:gd name="T50" fmla="*/ 0 w 83"/>
                <a:gd name="T51" fmla="*/ 0 h 33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3"/>
                <a:gd name="T79" fmla="*/ 0 h 334"/>
                <a:gd name="T80" fmla="*/ 83 w 83"/>
                <a:gd name="T81" fmla="*/ 334 h 33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3" h="334">
                  <a:moveTo>
                    <a:pt x="4" y="322"/>
                  </a:moveTo>
                  <a:lnTo>
                    <a:pt x="9" y="328"/>
                  </a:lnTo>
                  <a:lnTo>
                    <a:pt x="11" y="287"/>
                  </a:lnTo>
                  <a:lnTo>
                    <a:pt x="19" y="245"/>
                  </a:lnTo>
                  <a:lnTo>
                    <a:pt x="28" y="207"/>
                  </a:lnTo>
                  <a:lnTo>
                    <a:pt x="40" y="167"/>
                  </a:lnTo>
                  <a:lnTo>
                    <a:pt x="51" y="126"/>
                  </a:lnTo>
                  <a:lnTo>
                    <a:pt x="63" y="86"/>
                  </a:lnTo>
                  <a:lnTo>
                    <a:pt x="74" y="43"/>
                  </a:lnTo>
                  <a:lnTo>
                    <a:pt x="83" y="0"/>
                  </a:lnTo>
                  <a:lnTo>
                    <a:pt x="74" y="0"/>
                  </a:lnTo>
                  <a:lnTo>
                    <a:pt x="65" y="43"/>
                  </a:lnTo>
                  <a:lnTo>
                    <a:pt x="54" y="83"/>
                  </a:lnTo>
                  <a:lnTo>
                    <a:pt x="43" y="124"/>
                  </a:lnTo>
                  <a:lnTo>
                    <a:pt x="31" y="164"/>
                  </a:lnTo>
                  <a:lnTo>
                    <a:pt x="19" y="204"/>
                  </a:lnTo>
                  <a:lnTo>
                    <a:pt x="10" y="245"/>
                  </a:lnTo>
                  <a:lnTo>
                    <a:pt x="3" y="287"/>
                  </a:lnTo>
                  <a:lnTo>
                    <a:pt x="0" y="328"/>
                  </a:lnTo>
                  <a:lnTo>
                    <a:pt x="4" y="334"/>
                  </a:lnTo>
                  <a:lnTo>
                    <a:pt x="0" y="328"/>
                  </a:lnTo>
                  <a:lnTo>
                    <a:pt x="1" y="331"/>
                  </a:lnTo>
                  <a:lnTo>
                    <a:pt x="4" y="333"/>
                  </a:lnTo>
                  <a:lnTo>
                    <a:pt x="7" y="331"/>
                  </a:lnTo>
                  <a:lnTo>
                    <a:pt x="9" y="328"/>
                  </a:lnTo>
                  <a:lnTo>
                    <a:pt x="4" y="32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8" name="Freeform 215">
              <a:extLst>
                <a:ext uri="{FF2B5EF4-FFF2-40B4-BE49-F238E27FC236}">
                  <a16:creationId xmlns:a16="http://schemas.microsoft.com/office/drawing/2014/main" id="{3A7BF4CA-FAA3-41EF-8576-5BC1475C9F5D}"/>
                </a:ext>
              </a:extLst>
            </p:cNvPr>
            <p:cNvSpPr>
              <a:spLocks/>
            </p:cNvSpPr>
            <p:nvPr/>
          </p:nvSpPr>
          <p:spPr bwMode="auto">
            <a:xfrm>
              <a:off x="2343" y="2992"/>
              <a:ext cx="52" cy="13"/>
            </a:xfrm>
            <a:custGeom>
              <a:avLst/>
              <a:gdLst>
                <a:gd name="T0" fmla="*/ 0 w 157"/>
                <a:gd name="T1" fmla="*/ 0 h 40"/>
                <a:gd name="T2" fmla="*/ 0 w 157"/>
                <a:gd name="T3" fmla="*/ 0 h 40"/>
                <a:gd name="T4" fmla="*/ 0 w 157"/>
                <a:gd name="T5" fmla="*/ 0 h 40"/>
                <a:gd name="T6" fmla="*/ 0 w 157"/>
                <a:gd name="T7" fmla="*/ 0 h 40"/>
                <a:gd name="T8" fmla="*/ 0 w 157"/>
                <a:gd name="T9" fmla="*/ 0 h 40"/>
                <a:gd name="T10" fmla="*/ 0 w 157"/>
                <a:gd name="T11" fmla="*/ 0 h 40"/>
                <a:gd name="T12" fmla="*/ 0 w 157"/>
                <a:gd name="T13" fmla="*/ 0 h 40"/>
                <a:gd name="T14" fmla="*/ 0 w 157"/>
                <a:gd name="T15" fmla="*/ 0 h 40"/>
                <a:gd name="T16" fmla="*/ 0 w 157"/>
                <a:gd name="T17" fmla="*/ 0 h 40"/>
                <a:gd name="T18" fmla="*/ 0 w 157"/>
                <a:gd name="T19" fmla="*/ 0 h 40"/>
                <a:gd name="T20" fmla="*/ 0 w 157"/>
                <a:gd name="T21" fmla="*/ 0 h 40"/>
                <a:gd name="T22" fmla="*/ 0 w 157"/>
                <a:gd name="T23" fmla="*/ 0 h 40"/>
                <a:gd name="T24" fmla="*/ 0 w 157"/>
                <a:gd name="T25" fmla="*/ 0 h 40"/>
                <a:gd name="T26" fmla="*/ 0 w 157"/>
                <a:gd name="T27" fmla="*/ 0 h 40"/>
                <a:gd name="T28" fmla="*/ 0 w 157"/>
                <a:gd name="T29" fmla="*/ 0 h 40"/>
                <a:gd name="T30" fmla="*/ 0 w 157"/>
                <a:gd name="T31" fmla="*/ 0 h 40"/>
                <a:gd name="T32" fmla="*/ 0 w 157"/>
                <a:gd name="T33" fmla="*/ 0 h 40"/>
                <a:gd name="T34" fmla="*/ 0 w 157"/>
                <a:gd name="T35" fmla="*/ 0 h 40"/>
                <a:gd name="T36" fmla="*/ 0 w 157"/>
                <a:gd name="T37" fmla="*/ 0 h 40"/>
                <a:gd name="T38" fmla="*/ 0 w 157"/>
                <a:gd name="T39" fmla="*/ 0 h 40"/>
                <a:gd name="T40" fmla="*/ 0 w 157"/>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7"/>
                <a:gd name="T64" fmla="*/ 0 h 40"/>
                <a:gd name="T65" fmla="*/ 157 w 15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7" h="40">
                  <a:moveTo>
                    <a:pt x="154" y="0"/>
                  </a:moveTo>
                  <a:lnTo>
                    <a:pt x="154" y="0"/>
                  </a:lnTo>
                  <a:lnTo>
                    <a:pt x="135" y="6"/>
                  </a:lnTo>
                  <a:lnTo>
                    <a:pt x="116" y="12"/>
                  </a:lnTo>
                  <a:lnTo>
                    <a:pt x="99" y="16"/>
                  </a:lnTo>
                  <a:lnTo>
                    <a:pt x="80" y="21"/>
                  </a:lnTo>
                  <a:lnTo>
                    <a:pt x="61" y="25"/>
                  </a:lnTo>
                  <a:lnTo>
                    <a:pt x="40" y="27"/>
                  </a:lnTo>
                  <a:lnTo>
                    <a:pt x="21" y="30"/>
                  </a:lnTo>
                  <a:lnTo>
                    <a:pt x="0" y="28"/>
                  </a:lnTo>
                  <a:lnTo>
                    <a:pt x="0" y="40"/>
                  </a:lnTo>
                  <a:lnTo>
                    <a:pt x="21" y="39"/>
                  </a:lnTo>
                  <a:lnTo>
                    <a:pt x="40" y="36"/>
                  </a:lnTo>
                  <a:lnTo>
                    <a:pt x="61" y="34"/>
                  </a:lnTo>
                  <a:lnTo>
                    <a:pt x="80" y="30"/>
                  </a:lnTo>
                  <a:lnTo>
                    <a:pt x="99" y="25"/>
                  </a:lnTo>
                  <a:lnTo>
                    <a:pt x="119" y="21"/>
                  </a:lnTo>
                  <a:lnTo>
                    <a:pt x="138" y="15"/>
                  </a:lnTo>
                  <a:lnTo>
                    <a:pt x="157" y="9"/>
                  </a:lnTo>
                  <a:lnTo>
                    <a:pt x="154"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89" name="Freeform 216">
              <a:extLst>
                <a:ext uri="{FF2B5EF4-FFF2-40B4-BE49-F238E27FC236}">
                  <a16:creationId xmlns:a16="http://schemas.microsoft.com/office/drawing/2014/main" id="{44178651-44D9-4B52-8D5B-C6597E90ED03}"/>
                </a:ext>
              </a:extLst>
            </p:cNvPr>
            <p:cNvSpPr>
              <a:spLocks/>
            </p:cNvSpPr>
            <p:nvPr/>
          </p:nvSpPr>
          <p:spPr bwMode="auto">
            <a:xfrm>
              <a:off x="2394" y="2982"/>
              <a:ext cx="37" cy="13"/>
            </a:xfrm>
            <a:custGeom>
              <a:avLst/>
              <a:gdLst>
                <a:gd name="T0" fmla="*/ 0 w 110"/>
                <a:gd name="T1" fmla="*/ 0 h 39"/>
                <a:gd name="T2" fmla="*/ 0 w 110"/>
                <a:gd name="T3" fmla="*/ 0 h 39"/>
                <a:gd name="T4" fmla="*/ 0 w 110"/>
                <a:gd name="T5" fmla="*/ 0 h 39"/>
                <a:gd name="T6" fmla="*/ 0 w 110"/>
                <a:gd name="T7" fmla="*/ 0 h 39"/>
                <a:gd name="T8" fmla="*/ 0 w 110"/>
                <a:gd name="T9" fmla="*/ 0 h 39"/>
                <a:gd name="T10" fmla="*/ 0 w 110"/>
                <a:gd name="T11" fmla="*/ 0 h 39"/>
                <a:gd name="T12" fmla="*/ 0 w 110"/>
                <a:gd name="T13" fmla="*/ 0 h 39"/>
                <a:gd name="T14" fmla="*/ 0 w 110"/>
                <a:gd name="T15" fmla="*/ 0 h 39"/>
                <a:gd name="T16" fmla="*/ 0 w 110"/>
                <a:gd name="T17" fmla="*/ 0 h 39"/>
                <a:gd name="T18" fmla="*/ 0 w 110"/>
                <a:gd name="T19" fmla="*/ 0 h 39"/>
                <a:gd name="T20" fmla="*/ 0 w 110"/>
                <a:gd name="T21" fmla="*/ 0 h 39"/>
                <a:gd name="T22" fmla="*/ 0 w 110"/>
                <a:gd name="T23" fmla="*/ 0 h 39"/>
                <a:gd name="T24" fmla="*/ 0 w 110"/>
                <a:gd name="T25" fmla="*/ 0 h 39"/>
                <a:gd name="T26" fmla="*/ 0 w 110"/>
                <a:gd name="T27" fmla="*/ 0 h 39"/>
                <a:gd name="T28" fmla="*/ 0 w 110"/>
                <a:gd name="T29" fmla="*/ 0 h 39"/>
                <a:gd name="T30" fmla="*/ 0 w 110"/>
                <a:gd name="T31" fmla="*/ 0 h 39"/>
                <a:gd name="T32" fmla="*/ 0 w 110"/>
                <a:gd name="T33" fmla="*/ 0 h 39"/>
                <a:gd name="T34" fmla="*/ 0 w 110"/>
                <a:gd name="T35" fmla="*/ 0 h 39"/>
                <a:gd name="T36" fmla="*/ 0 w 110"/>
                <a:gd name="T37" fmla="*/ 0 h 39"/>
                <a:gd name="T38" fmla="*/ 0 w 110"/>
                <a:gd name="T39" fmla="*/ 0 h 39"/>
                <a:gd name="T40" fmla="*/ 0 w 110"/>
                <a:gd name="T41" fmla="*/ 0 h 39"/>
                <a:gd name="T42" fmla="*/ 0 w 110"/>
                <a:gd name="T43" fmla="*/ 0 h 39"/>
                <a:gd name="T44" fmla="*/ 0 w 110"/>
                <a:gd name="T45" fmla="*/ 0 h 39"/>
                <a:gd name="T46" fmla="*/ 0 w 110"/>
                <a:gd name="T47" fmla="*/ 0 h 39"/>
                <a:gd name="T48" fmla="*/ 0 w 110"/>
                <a:gd name="T49" fmla="*/ 0 h 39"/>
                <a:gd name="T50" fmla="*/ 0 w 110"/>
                <a:gd name="T51" fmla="*/ 0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0"/>
                <a:gd name="T79" fmla="*/ 0 h 39"/>
                <a:gd name="T80" fmla="*/ 110 w 110"/>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0" h="39">
                  <a:moveTo>
                    <a:pt x="101" y="5"/>
                  </a:moveTo>
                  <a:lnTo>
                    <a:pt x="104" y="0"/>
                  </a:lnTo>
                  <a:lnTo>
                    <a:pt x="99" y="2"/>
                  </a:lnTo>
                  <a:lnTo>
                    <a:pt x="91" y="5"/>
                  </a:lnTo>
                  <a:lnTo>
                    <a:pt x="82" y="8"/>
                  </a:lnTo>
                  <a:lnTo>
                    <a:pt x="67" y="11"/>
                  </a:lnTo>
                  <a:lnTo>
                    <a:pt x="52" y="15"/>
                  </a:lnTo>
                  <a:lnTo>
                    <a:pt x="36" y="20"/>
                  </a:lnTo>
                  <a:lnTo>
                    <a:pt x="18" y="24"/>
                  </a:lnTo>
                  <a:lnTo>
                    <a:pt x="0" y="30"/>
                  </a:lnTo>
                  <a:lnTo>
                    <a:pt x="3" y="39"/>
                  </a:lnTo>
                  <a:lnTo>
                    <a:pt x="21" y="33"/>
                  </a:lnTo>
                  <a:lnTo>
                    <a:pt x="39" y="29"/>
                  </a:lnTo>
                  <a:lnTo>
                    <a:pt x="55" y="24"/>
                  </a:lnTo>
                  <a:lnTo>
                    <a:pt x="70" y="20"/>
                  </a:lnTo>
                  <a:lnTo>
                    <a:pt x="82" y="17"/>
                  </a:lnTo>
                  <a:lnTo>
                    <a:pt x="93" y="14"/>
                  </a:lnTo>
                  <a:lnTo>
                    <a:pt x="102" y="11"/>
                  </a:lnTo>
                  <a:lnTo>
                    <a:pt x="107" y="9"/>
                  </a:lnTo>
                  <a:lnTo>
                    <a:pt x="110" y="5"/>
                  </a:lnTo>
                  <a:lnTo>
                    <a:pt x="107" y="9"/>
                  </a:lnTo>
                  <a:lnTo>
                    <a:pt x="110" y="6"/>
                  </a:lnTo>
                  <a:lnTo>
                    <a:pt x="110" y="3"/>
                  </a:lnTo>
                  <a:lnTo>
                    <a:pt x="108" y="0"/>
                  </a:lnTo>
                  <a:lnTo>
                    <a:pt x="104" y="0"/>
                  </a:lnTo>
                  <a:lnTo>
                    <a:pt x="101" y="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0" name="Freeform 217">
              <a:extLst>
                <a:ext uri="{FF2B5EF4-FFF2-40B4-BE49-F238E27FC236}">
                  <a16:creationId xmlns:a16="http://schemas.microsoft.com/office/drawing/2014/main" id="{BF6CC3C3-26CD-4880-97D5-300AD8D9BDBF}"/>
                </a:ext>
              </a:extLst>
            </p:cNvPr>
            <p:cNvSpPr>
              <a:spLocks/>
            </p:cNvSpPr>
            <p:nvPr/>
          </p:nvSpPr>
          <p:spPr bwMode="auto">
            <a:xfrm>
              <a:off x="2428" y="2866"/>
              <a:ext cx="34" cy="118"/>
            </a:xfrm>
            <a:custGeom>
              <a:avLst/>
              <a:gdLst>
                <a:gd name="T0" fmla="*/ 0 w 102"/>
                <a:gd name="T1" fmla="*/ 0 h 352"/>
                <a:gd name="T2" fmla="*/ 0 w 102"/>
                <a:gd name="T3" fmla="*/ 0 h 352"/>
                <a:gd name="T4" fmla="*/ 0 w 102"/>
                <a:gd name="T5" fmla="*/ 0 h 352"/>
                <a:gd name="T6" fmla="*/ 0 w 102"/>
                <a:gd name="T7" fmla="*/ 0 h 352"/>
                <a:gd name="T8" fmla="*/ 0 w 102"/>
                <a:gd name="T9" fmla="*/ 0 h 352"/>
                <a:gd name="T10" fmla="*/ 0 w 102"/>
                <a:gd name="T11" fmla="*/ 0 h 352"/>
                <a:gd name="T12" fmla="*/ 0 w 102"/>
                <a:gd name="T13" fmla="*/ 0 h 352"/>
                <a:gd name="T14" fmla="*/ 0 w 102"/>
                <a:gd name="T15" fmla="*/ 0 h 352"/>
                <a:gd name="T16" fmla="*/ 0 w 102"/>
                <a:gd name="T17" fmla="*/ 0 h 352"/>
                <a:gd name="T18" fmla="*/ 0 w 102"/>
                <a:gd name="T19" fmla="*/ 0 h 352"/>
                <a:gd name="T20" fmla="*/ 0 w 102"/>
                <a:gd name="T21" fmla="*/ 0 h 352"/>
                <a:gd name="T22" fmla="*/ 0 w 102"/>
                <a:gd name="T23" fmla="*/ 0 h 352"/>
                <a:gd name="T24" fmla="*/ 0 w 102"/>
                <a:gd name="T25" fmla="*/ 0 h 352"/>
                <a:gd name="T26" fmla="*/ 0 w 102"/>
                <a:gd name="T27" fmla="*/ 0 h 352"/>
                <a:gd name="T28" fmla="*/ 0 w 102"/>
                <a:gd name="T29" fmla="*/ 0 h 352"/>
                <a:gd name="T30" fmla="*/ 0 w 102"/>
                <a:gd name="T31" fmla="*/ 0 h 352"/>
                <a:gd name="T32" fmla="*/ 0 w 102"/>
                <a:gd name="T33" fmla="*/ 0 h 352"/>
                <a:gd name="T34" fmla="*/ 0 w 102"/>
                <a:gd name="T35" fmla="*/ 0 h 352"/>
                <a:gd name="T36" fmla="*/ 0 w 102"/>
                <a:gd name="T37" fmla="*/ 0 h 352"/>
                <a:gd name="T38" fmla="*/ 0 w 102"/>
                <a:gd name="T39" fmla="*/ 0 h 352"/>
                <a:gd name="T40" fmla="*/ 0 w 102"/>
                <a:gd name="T41" fmla="*/ 0 h 3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2"/>
                <a:gd name="T64" fmla="*/ 0 h 352"/>
                <a:gd name="T65" fmla="*/ 102 w 102"/>
                <a:gd name="T66" fmla="*/ 352 h 35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2" h="352">
                  <a:moveTo>
                    <a:pt x="90" y="2"/>
                  </a:moveTo>
                  <a:lnTo>
                    <a:pt x="92" y="0"/>
                  </a:lnTo>
                  <a:lnTo>
                    <a:pt x="75" y="43"/>
                  </a:lnTo>
                  <a:lnTo>
                    <a:pt x="61" y="86"/>
                  </a:lnTo>
                  <a:lnTo>
                    <a:pt x="46" y="129"/>
                  </a:lnTo>
                  <a:lnTo>
                    <a:pt x="32" y="174"/>
                  </a:lnTo>
                  <a:lnTo>
                    <a:pt x="22" y="218"/>
                  </a:lnTo>
                  <a:lnTo>
                    <a:pt x="12" y="263"/>
                  </a:lnTo>
                  <a:lnTo>
                    <a:pt x="4" y="307"/>
                  </a:lnTo>
                  <a:lnTo>
                    <a:pt x="0" y="352"/>
                  </a:lnTo>
                  <a:lnTo>
                    <a:pt x="9" y="352"/>
                  </a:lnTo>
                  <a:lnTo>
                    <a:pt x="13" y="307"/>
                  </a:lnTo>
                  <a:lnTo>
                    <a:pt x="21" y="263"/>
                  </a:lnTo>
                  <a:lnTo>
                    <a:pt x="31" y="218"/>
                  </a:lnTo>
                  <a:lnTo>
                    <a:pt x="41" y="177"/>
                  </a:lnTo>
                  <a:lnTo>
                    <a:pt x="55" y="132"/>
                  </a:lnTo>
                  <a:lnTo>
                    <a:pt x="70" y="89"/>
                  </a:lnTo>
                  <a:lnTo>
                    <a:pt x="84" y="46"/>
                  </a:lnTo>
                  <a:lnTo>
                    <a:pt x="101" y="3"/>
                  </a:lnTo>
                  <a:lnTo>
                    <a:pt x="102" y="2"/>
                  </a:lnTo>
                  <a:lnTo>
                    <a:pt x="90" y="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1" name="Freeform 218">
              <a:extLst>
                <a:ext uri="{FF2B5EF4-FFF2-40B4-BE49-F238E27FC236}">
                  <a16:creationId xmlns:a16="http://schemas.microsoft.com/office/drawing/2014/main" id="{F1E98011-C9D7-4E01-AB3D-BAF91FB12B98}"/>
                </a:ext>
              </a:extLst>
            </p:cNvPr>
            <p:cNvSpPr>
              <a:spLocks/>
            </p:cNvSpPr>
            <p:nvPr/>
          </p:nvSpPr>
          <p:spPr bwMode="auto">
            <a:xfrm>
              <a:off x="2458" y="2864"/>
              <a:ext cx="8" cy="4"/>
            </a:xfrm>
            <a:custGeom>
              <a:avLst/>
              <a:gdLst>
                <a:gd name="T0" fmla="*/ 0 w 24"/>
                <a:gd name="T1" fmla="*/ 0 h 12"/>
                <a:gd name="T2" fmla="*/ 0 w 24"/>
                <a:gd name="T3" fmla="*/ 0 h 12"/>
                <a:gd name="T4" fmla="*/ 0 w 24"/>
                <a:gd name="T5" fmla="*/ 0 h 12"/>
                <a:gd name="T6" fmla="*/ 0 w 24"/>
                <a:gd name="T7" fmla="*/ 0 h 12"/>
                <a:gd name="T8" fmla="*/ 0 w 24"/>
                <a:gd name="T9" fmla="*/ 0 h 12"/>
                <a:gd name="T10" fmla="*/ 0 w 24"/>
                <a:gd name="T11" fmla="*/ 0 h 12"/>
                <a:gd name="T12" fmla="*/ 0 w 24"/>
                <a:gd name="T13" fmla="*/ 0 h 12"/>
                <a:gd name="T14" fmla="*/ 0 w 24"/>
                <a:gd name="T15" fmla="*/ 0 h 12"/>
                <a:gd name="T16" fmla="*/ 0 w 24"/>
                <a:gd name="T17" fmla="*/ 0 h 12"/>
                <a:gd name="T18" fmla="*/ 0 w 24"/>
                <a:gd name="T19" fmla="*/ 0 h 12"/>
                <a:gd name="T20" fmla="*/ 0 w 24"/>
                <a:gd name="T21" fmla="*/ 0 h 12"/>
                <a:gd name="T22" fmla="*/ 0 w 24"/>
                <a:gd name="T23" fmla="*/ 0 h 12"/>
                <a:gd name="T24" fmla="*/ 0 w 24"/>
                <a:gd name="T25" fmla="*/ 0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12"/>
                <a:gd name="T41" fmla="*/ 24 w 24"/>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12">
                  <a:moveTo>
                    <a:pt x="23" y="6"/>
                  </a:moveTo>
                  <a:lnTo>
                    <a:pt x="24" y="8"/>
                  </a:lnTo>
                  <a:lnTo>
                    <a:pt x="17" y="2"/>
                  </a:lnTo>
                  <a:lnTo>
                    <a:pt x="12" y="0"/>
                  </a:lnTo>
                  <a:lnTo>
                    <a:pt x="8" y="2"/>
                  </a:lnTo>
                  <a:lnTo>
                    <a:pt x="0" y="8"/>
                  </a:lnTo>
                  <a:lnTo>
                    <a:pt x="12" y="8"/>
                  </a:lnTo>
                  <a:lnTo>
                    <a:pt x="8" y="11"/>
                  </a:lnTo>
                  <a:lnTo>
                    <a:pt x="12" y="12"/>
                  </a:lnTo>
                  <a:lnTo>
                    <a:pt x="17" y="11"/>
                  </a:lnTo>
                  <a:lnTo>
                    <a:pt x="12" y="8"/>
                  </a:lnTo>
                  <a:lnTo>
                    <a:pt x="14" y="9"/>
                  </a:lnTo>
                  <a:lnTo>
                    <a:pt x="23"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2" name="Freeform 219">
              <a:extLst>
                <a:ext uri="{FF2B5EF4-FFF2-40B4-BE49-F238E27FC236}">
                  <a16:creationId xmlns:a16="http://schemas.microsoft.com/office/drawing/2014/main" id="{CA5AE189-81E3-4C1C-82A5-6A0276C3CA89}"/>
                </a:ext>
              </a:extLst>
            </p:cNvPr>
            <p:cNvSpPr>
              <a:spLocks/>
            </p:cNvSpPr>
            <p:nvPr/>
          </p:nvSpPr>
          <p:spPr bwMode="auto">
            <a:xfrm>
              <a:off x="2463" y="2866"/>
              <a:ext cx="24" cy="124"/>
            </a:xfrm>
            <a:custGeom>
              <a:avLst/>
              <a:gdLst>
                <a:gd name="T0" fmla="*/ 0 w 74"/>
                <a:gd name="T1" fmla="*/ 0 h 371"/>
                <a:gd name="T2" fmla="*/ 0 w 74"/>
                <a:gd name="T3" fmla="*/ 0 h 371"/>
                <a:gd name="T4" fmla="*/ 0 w 74"/>
                <a:gd name="T5" fmla="*/ 0 h 371"/>
                <a:gd name="T6" fmla="*/ 0 w 74"/>
                <a:gd name="T7" fmla="*/ 0 h 371"/>
                <a:gd name="T8" fmla="*/ 0 w 74"/>
                <a:gd name="T9" fmla="*/ 0 h 371"/>
                <a:gd name="T10" fmla="*/ 0 w 74"/>
                <a:gd name="T11" fmla="*/ 0 h 371"/>
                <a:gd name="T12" fmla="*/ 0 w 74"/>
                <a:gd name="T13" fmla="*/ 0 h 371"/>
                <a:gd name="T14" fmla="*/ 0 w 74"/>
                <a:gd name="T15" fmla="*/ 0 h 371"/>
                <a:gd name="T16" fmla="*/ 0 w 74"/>
                <a:gd name="T17" fmla="*/ 0 h 371"/>
                <a:gd name="T18" fmla="*/ 0 w 74"/>
                <a:gd name="T19" fmla="*/ 0 h 371"/>
                <a:gd name="T20" fmla="*/ 0 w 74"/>
                <a:gd name="T21" fmla="*/ 0 h 371"/>
                <a:gd name="T22" fmla="*/ 0 w 74"/>
                <a:gd name="T23" fmla="*/ 0 h 371"/>
                <a:gd name="T24" fmla="*/ 0 w 74"/>
                <a:gd name="T25" fmla="*/ 0 h 371"/>
                <a:gd name="T26" fmla="*/ 0 w 74"/>
                <a:gd name="T27" fmla="*/ 0 h 371"/>
                <a:gd name="T28" fmla="*/ 0 w 74"/>
                <a:gd name="T29" fmla="*/ 0 h 371"/>
                <a:gd name="T30" fmla="*/ 0 w 74"/>
                <a:gd name="T31" fmla="*/ 0 h 371"/>
                <a:gd name="T32" fmla="*/ 0 w 74"/>
                <a:gd name="T33" fmla="*/ 0 h 371"/>
                <a:gd name="T34" fmla="*/ 0 w 74"/>
                <a:gd name="T35" fmla="*/ 0 h 371"/>
                <a:gd name="T36" fmla="*/ 0 w 74"/>
                <a:gd name="T37" fmla="*/ 0 h 371"/>
                <a:gd name="T38" fmla="*/ 0 w 74"/>
                <a:gd name="T39" fmla="*/ 0 h 371"/>
                <a:gd name="T40" fmla="*/ 0 w 74"/>
                <a:gd name="T41" fmla="*/ 0 h 37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4"/>
                <a:gd name="T64" fmla="*/ 0 h 371"/>
                <a:gd name="T65" fmla="*/ 74 w 74"/>
                <a:gd name="T66" fmla="*/ 371 h 37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4" h="371">
                  <a:moveTo>
                    <a:pt x="74" y="371"/>
                  </a:moveTo>
                  <a:lnTo>
                    <a:pt x="74" y="371"/>
                  </a:lnTo>
                  <a:lnTo>
                    <a:pt x="63" y="324"/>
                  </a:lnTo>
                  <a:lnTo>
                    <a:pt x="56" y="278"/>
                  </a:lnTo>
                  <a:lnTo>
                    <a:pt x="50" y="230"/>
                  </a:lnTo>
                  <a:lnTo>
                    <a:pt x="44" y="184"/>
                  </a:lnTo>
                  <a:lnTo>
                    <a:pt x="38" y="138"/>
                  </a:lnTo>
                  <a:lnTo>
                    <a:pt x="31" y="94"/>
                  </a:lnTo>
                  <a:lnTo>
                    <a:pt x="22" y="48"/>
                  </a:lnTo>
                  <a:lnTo>
                    <a:pt x="9" y="0"/>
                  </a:lnTo>
                  <a:lnTo>
                    <a:pt x="0" y="3"/>
                  </a:lnTo>
                  <a:lnTo>
                    <a:pt x="13" y="48"/>
                  </a:lnTo>
                  <a:lnTo>
                    <a:pt x="22" y="94"/>
                  </a:lnTo>
                  <a:lnTo>
                    <a:pt x="29" y="138"/>
                  </a:lnTo>
                  <a:lnTo>
                    <a:pt x="35" y="184"/>
                  </a:lnTo>
                  <a:lnTo>
                    <a:pt x="41" y="230"/>
                  </a:lnTo>
                  <a:lnTo>
                    <a:pt x="47" y="278"/>
                  </a:lnTo>
                  <a:lnTo>
                    <a:pt x="54" y="324"/>
                  </a:lnTo>
                  <a:lnTo>
                    <a:pt x="65" y="371"/>
                  </a:lnTo>
                  <a:lnTo>
                    <a:pt x="74" y="371"/>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3" name="Freeform 220">
              <a:extLst>
                <a:ext uri="{FF2B5EF4-FFF2-40B4-BE49-F238E27FC236}">
                  <a16:creationId xmlns:a16="http://schemas.microsoft.com/office/drawing/2014/main" id="{34593BDC-3041-4819-B35C-A49285975E26}"/>
                </a:ext>
              </a:extLst>
            </p:cNvPr>
            <p:cNvSpPr>
              <a:spLocks/>
            </p:cNvSpPr>
            <p:nvPr/>
          </p:nvSpPr>
          <p:spPr bwMode="auto">
            <a:xfrm>
              <a:off x="2484" y="2990"/>
              <a:ext cx="5" cy="34"/>
            </a:xfrm>
            <a:custGeom>
              <a:avLst/>
              <a:gdLst>
                <a:gd name="T0" fmla="*/ 0 w 13"/>
                <a:gd name="T1" fmla="*/ 0 h 101"/>
                <a:gd name="T2" fmla="*/ 0 w 13"/>
                <a:gd name="T3" fmla="*/ 0 h 101"/>
                <a:gd name="T4" fmla="*/ 0 w 13"/>
                <a:gd name="T5" fmla="*/ 0 h 101"/>
                <a:gd name="T6" fmla="*/ 0 w 13"/>
                <a:gd name="T7" fmla="*/ 0 h 101"/>
                <a:gd name="T8" fmla="*/ 0 w 13"/>
                <a:gd name="T9" fmla="*/ 0 h 101"/>
                <a:gd name="T10" fmla="*/ 0 w 13"/>
                <a:gd name="T11" fmla="*/ 0 h 101"/>
                <a:gd name="T12" fmla="*/ 0 w 13"/>
                <a:gd name="T13" fmla="*/ 0 h 101"/>
                <a:gd name="T14" fmla="*/ 0 w 13"/>
                <a:gd name="T15" fmla="*/ 0 h 101"/>
                <a:gd name="T16" fmla="*/ 0 w 13"/>
                <a:gd name="T17" fmla="*/ 0 h 101"/>
                <a:gd name="T18" fmla="*/ 0 w 13"/>
                <a:gd name="T19" fmla="*/ 0 h 101"/>
                <a:gd name="T20" fmla="*/ 0 w 13"/>
                <a:gd name="T21" fmla="*/ 0 h 101"/>
                <a:gd name="T22" fmla="*/ 0 w 13"/>
                <a:gd name="T23" fmla="*/ 0 h 101"/>
                <a:gd name="T24" fmla="*/ 0 w 13"/>
                <a:gd name="T25" fmla="*/ 0 h 101"/>
                <a:gd name="T26" fmla="*/ 0 w 13"/>
                <a:gd name="T27" fmla="*/ 0 h 101"/>
                <a:gd name="T28" fmla="*/ 0 w 13"/>
                <a:gd name="T29" fmla="*/ 0 h 101"/>
                <a:gd name="T30" fmla="*/ 0 w 13"/>
                <a:gd name="T31" fmla="*/ 0 h 101"/>
                <a:gd name="T32" fmla="*/ 0 w 13"/>
                <a:gd name="T33" fmla="*/ 0 h 101"/>
                <a:gd name="T34" fmla="*/ 0 w 13"/>
                <a:gd name="T35" fmla="*/ 0 h 1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
                <a:gd name="T55" fmla="*/ 0 h 101"/>
                <a:gd name="T56" fmla="*/ 13 w 13"/>
                <a:gd name="T57" fmla="*/ 101 h 1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 h="101">
                  <a:moveTo>
                    <a:pt x="7" y="92"/>
                  </a:moveTo>
                  <a:lnTo>
                    <a:pt x="12" y="97"/>
                  </a:lnTo>
                  <a:lnTo>
                    <a:pt x="12" y="73"/>
                  </a:lnTo>
                  <a:lnTo>
                    <a:pt x="13" y="48"/>
                  </a:lnTo>
                  <a:lnTo>
                    <a:pt x="12" y="24"/>
                  </a:lnTo>
                  <a:lnTo>
                    <a:pt x="9" y="0"/>
                  </a:lnTo>
                  <a:lnTo>
                    <a:pt x="0" y="0"/>
                  </a:lnTo>
                  <a:lnTo>
                    <a:pt x="3" y="24"/>
                  </a:lnTo>
                  <a:lnTo>
                    <a:pt x="1" y="48"/>
                  </a:lnTo>
                  <a:lnTo>
                    <a:pt x="0" y="73"/>
                  </a:lnTo>
                  <a:lnTo>
                    <a:pt x="3" y="97"/>
                  </a:lnTo>
                  <a:lnTo>
                    <a:pt x="7" y="101"/>
                  </a:lnTo>
                  <a:lnTo>
                    <a:pt x="3" y="97"/>
                  </a:lnTo>
                  <a:lnTo>
                    <a:pt x="4" y="100"/>
                  </a:lnTo>
                  <a:lnTo>
                    <a:pt x="7" y="101"/>
                  </a:lnTo>
                  <a:lnTo>
                    <a:pt x="10" y="100"/>
                  </a:lnTo>
                  <a:lnTo>
                    <a:pt x="12" y="97"/>
                  </a:lnTo>
                  <a:lnTo>
                    <a:pt x="7" y="9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4" name="Freeform 221">
              <a:extLst>
                <a:ext uri="{FF2B5EF4-FFF2-40B4-BE49-F238E27FC236}">
                  <a16:creationId xmlns:a16="http://schemas.microsoft.com/office/drawing/2014/main" id="{B8EE6421-9CDC-4A56-8E55-4C6DFEDA64AA}"/>
                </a:ext>
              </a:extLst>
            </p:cNvPr>
            <p:cNvSpPr>
              <a:spLocks/>
            </p:cNvSpPr>
            <p:nvPr/>
          </p:nvSpPr>
          <p:spPr bwMode="auto">
            <a:xfrm>
              <a:off x="2485" y="3021"/>
              <a:ext cx="3" cy="3"/>
            </a:xfrm>
            <a:custGeom>
              <a:avLst/>
              <a:gdLst>
                <a:gd name="T0" fmla="*/ 0 w 9"/>
                <a:gd name="T1" fmla="*/ 0 h 9"/>
                <a:gd name="T2" fmla="*/ 0 w 9"/>
                <a:gd name="T3" fmla="*/ 0 h 9"/>
                <a:gd name="T4" fmla="*/ 0 w 9"/>
                <a:gd name="T5" fmla="*/ 0 h 9"/>
                <a:gd name="T6" fmla="*/ 0 w 9"/>
                <a:gd name="T7" fmla="*/ 0 h 9"/>
                <a:gd name="T8" fmla="*/ 0 w 9"/>
                <a:gd name="T9" fmla="*/ 0 h 9"/>
                <a:gd name="T10" fmla="*/ 0 w 9"/>
                <a:gd name="T11" fmla="*/ 0 h 9"/>
                <a:gd name="T12" fmla="*/ 0 w 9"/>
                <a:gd name="T13" fmla="*/ 0 h 9"/>
                <a:gd name="T14" fmla="*/ 0 w 9"/>
                <a:gd name="T15" fmla="*/ 0 h 9"/>
                <a:gd name="T16" fmla="*/ 0 w 9"/>
                <a:gd name="T17" fmla="*/ 0 h 9"/>
                <a:gd name="T18" fmla="*/ 0 w 9"/>
                <a:gd name="T19" fmla="*/ 0 h 9"/>
                <a:gd name="T20" fmla="*/ 0 w 9"/>
                <a:gd name="T21" fmla="*/ 0 h 9"/>
                <a:gd name="T22" fmla="*/ 0 w 9"/>
                <a:gd name="T23" fmla="*/ 0 h 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
                <a:gd name="T37" fmla="*/ 0 h 9"/>
                <a:gd name="T38" fmla="*/ 9 w 9"/>
                <a:gd name="T39" fmla="*/ 9 h 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 h="9">
                  <a:moveTo>
                    <a:pt x="4" y="0"/>
                  </a:moveTo>
                  <a:lnTo>
                    <a:pt x="4" y="5"/>
                  </a:lnTo>
                  <a:lnTo>
                    <a:pt x="4" y="9"/>
                  </a:lnTo>
                  <a:lnTo>
                    <a:pt x="0" y="5"/>
                  </a:lnTo>
                  <a:lnTo>
                    <a:pt x="1" y="8"/>
                  </a:lnTo>
                  <a:lnTo>
                    <a:pt x="4" y="9"/>
                  </a:lnTo>
                  <a:lnTo>
                    <a:pt x="7" y="8"/>
                  </a:lnTo>
                  <a:lnTo>
                    <a:pt x="9" y="5"/>
                  </a:lnTo>
                  <a:lnTo>
                    <a:pt x="4"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5" name="Freeform 222">
              <a:extLst>
                <a:ext uri="{FF2B5EF4-FFF2-40B4-BE49-F238E27FC236}">
                  <a16:creationId xmlns:a16="http://schemas.microsoft.com/office/drawing/2014/main" id="{8EC55F32-326F-4C85-BD1A-B40706A0EC6D}"/>
                </a:ext>
              </a:extLst>
            </p:cNvPr>
            <p:cNvSpPr>
              <a:spLocks/>
            </p:cNvSpPr>
            <p:nvPr/>
          </p:nvSpPr>
          <p:spPr bwMode="auto">
            <a:xfrm>
              <a:off x="2487" y="3011"/>
              <a:ext cx="44" cy="13"/>
            </a:xfrm>
            <a:custGeom>
              <a:avLst/>
              <a:gdLst>
                <a:gd name="T0" fmla="*/ 0 w 132"/>
                <a:gd name="T1" fmla="*/ 0 h 37"/>
                <a:gd name="T2" fmla="*/ 0 w 132"/>
                <a:gd name="T3" fmla="*/ 0 h 37"/>
                <a:gd name="T4" fmla="*/ 0 w 132"/>
                <a:gd name="T5" fmla="*/ 0 h 37"/>
                <a:gd name="T6" fmla="*/ 0 w 132"/>
                <a:gd name="T7" fmla="*/ 0 h 37"/>
                <a:gd name="T8" fmla="*/ 0 w 132"/>
                <a:gd name="T9" fmla="*/ 0 h 37"/>
                <a:gd name="T10" fmla="*/ 0 w 132"/>
                <a:gd name="T11" fmla="*/ 0 h 37"/>
                <a:gd name="T12" fmla="*/ 0 w 132"/>
                <a:gd name="T13" fmla="*/ 0 h 37"/>
                <a:gd name="T14" fmla="*/ 0 w 132"/>
                <a:gd name="T15" fmla="*/ 0 h 37"/>
                <a:gd name="T16" fmla="*/ 0 w 132"/>
                <a:gd name="T17" fmla="*/ 0 h 37"/>
                <a:gd name="T18" fmla="*/ 0 w 132"/>
                <a:gd name="T19" fmla="*/ 0 h 37"/>
                <a:gd name="T20" fmla="*/ 0 w 132"/>
                <a:gd name="T21" fmla="*/ 0 h 37"/>
                <a:gd name="T22" fmla="*/ 0 w 132"/>
                <a:gd name="T23" fmla="*/ 0 h 37"/>
                <a:gd name="T24" fmla="*/ 0 w 132"/>
                <a:gd name="T25" fmla="*/ 0 h 37"/>
                <a:gd name="T26" fmla="*/ 0 w 132"/>
                <a:gd name="T27" fmla="*/ 0 h 37"/>
                <a:gd name="T28" fmla="*/ 0 w 132"/>
                <a:gd name="T29" fmla="*/ 0 h 37"/>
                <a:gd name="T30" fmla="*/ 0 w 132"/>
                <a:gd name="T31" fmla="*/ 0 h 37"/>
                <a:gd name="T32" fmla="*/ 0 w 132"/>
                <a:gd name="T33" fmla="*/ 0 h 37"/>
                <a:gd name="T34" fmla="*/ 0 w 132"/>
                <a:gd name="T35" fmla="*/ 0 h 37"/>
                <a:gd name="T36" fmla="*/ 0 w 132"/>
                <a:gd name="T37" fmla="*/ 0 h 37"/>
                <a:gd name="T38" fmla="*/ 0 w 132"/>
                <a:gd name="T39" fmla="*/ 0 h 37"/>
                <a:gd name="T40" fmla="*/ 0 w 132"/>
                <a:gd name="T41" fmla="*/ 0 h 3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32"/>
                <a:gd name="T64" fmla="*/ 0 h 37"/>
                <a:gd name="T65" fmla="*/ 132 w 132"/>
                <a:gd name="T66" fmla="*/ 37 h 3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32" h="37">
                  <a:moveTo>
                    <a:pt x="129" y="0"/>
                  </a:moveTo>
                  <a:lnTo>
                    <a:pt x="131" y="0"/>
                  </a:lnTo>
                  <a:lnTo>
                    <a:pt x="120" y="3"/>
                  </a:lnTo>
                  <a:lnTo>
                    <a:pt x="107" y="6"/>
                  </a:lnTo>
                  <a:lnTo>
                    <a:pt x="92" y="10"/>
                  </a:lnTo>
                  <a:lnTo>
                    <a:pt x="76" y="15"/>
                  </a:lnTo>
                  <a:lnTo>
                    <a:pt x="57" y="19"/>
                  </a:lnTo>
                  <a:lnTo>
                    <a:pt x="37" y="24"/>
                  </a:lnTo>
                  <a:lnTo>
                    <a:pt x="18" y="27"/>
                  </a:lnTo>
                  <a:lnTo>
                    <a:pt x="0" y="28"/>
                  </a:lnTo>
                  <a:lnTo>
                    <a:pt x="0" y="37"/>
                  </a:lnTo>
                  <a:lnTo>
                    <a:pt x="18" y="36"/>
                  </a:lnTo>
                  <a:lnTo>
                    <a:pt x="37" y="33"/>
                  </a:lnTo>
                  <a:lnTo>
                    <a:pt x="57" y="28"/>
                  </a:lnTo>
                  <a:lnTo>
                    <a:pt x="76" y="24"/>
                  </a:lnTo>
                  <a:lnTo>
                    <a:pt x="95" y="19"/>
                  </a:lnTo>
                  <a:lnTo>
                    <a:pt x="110" y="15"/>
                  </a:lnTo>
                  <a:lnTo>
                    <a:pt x="123" y="12"/>
                  </a:lnTo>
                  <a:lnTo>
                    <a:pt x="131" y="9"/>
                  </a:lnTo>
                  <a:lnTo>
                    <a:pt x="132" y="9"/>
                  </a:lnTo>
                  <a:lnTo>
                    <a:pt x="129"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6" name="Freeform 223">
              <a:extLst>
                <a:ext uri="{FF2B5EF4-FFF2-40B4-BE49-F238E27FC236}">
                  <a16:creationId xmlns:a16="http://schemas.microsoft.com/office/drawing/2014/main" id="{0D1D8ACF-4AA5-4BC0-9B65-CB8CB0F55194}"/>
                </a:ext>
              </a:extLst>
            </p:cNvPr>
            <p:cNvSpPr>
              <a:spLocks/>
            </p:cNvSpPr>
            <p:nvPr/>
          </p:nvSpPr>
          <p:spPr bwMode="auto">
            <a:xfrm>
              <a:off x="2530" y="2999"/>
              <a:ext cx="37" cy="15"/>
            </a:xfrm>
            <a:custGeom>
              <a:avLst/>
              <a:gdLst>
                <a:gd name="T0" fmla="*/ 0 w 113"/>
                <a:gd name="T1" fmla="*/ 0 h 45"/>
                <a:gd name="T2" fmla="*/ 0 w 113"/>
                <a:gd name="T3" fmla="*/ 0 h 45"/>
                <a:gd name="T4" fmla="*/ 0 w 113"/>
                <a:gd name="T5" fmla="*/ 0 h 45"/>
                <a:gd name="T6" fmla="*/ 0 w 113"/>
                <a:gd name="T7" fmla="*/ 0 h 45"/>
                <a:gd name="T8" fmla="*/ 0 w 113"/>
                <a:gd name="T9" fmla="*/ 0 h 45"/>
                <a:gd name="T10" fmla="*/ 0 w 113"/>
                <a:gd name="T11" fmla="*/ 0 h 45"/>
                <a:gd name="T12" fmla="*/ 0 w 113"/>
                <a:gd name="T13" fmla="*/ 0 h 45"/>
                <a:gd name="T14" fmla="*/ 0 w 113"/>
                <a:gd name="T15" fmla="*/ 0 h 45"/>
                <a:gd name="T16" fmla="*/ 0 w 113"/>
                <a:gd name="T17" fmla="*/ 0 h 45"/>
                <a:gd name="T18" fmla="*/ 0 w 113"/>
                <a:gd name="T19" fmla="*/ 0 h 45"/>
                <a:gd name="T20" fmla="*/ 0 w 113"/>
                <a:gd name="T21" fmla="*/ 0 h 45"/>
                <a:gd name="T22" fmla="*/ 0 w 113"/>
                <a:gd name="T23" fmla="*/ 0 h 45"/>
                <a:gd name="T24" fmla="*/ 0 w 113"/>
                <a:gd name="T25" fmla="*/ 0 h 45"/>
                <a:gd name="T26" fmla="*/ 0 w 113"/>
                <a:gd name="T27" fmla="*/ 0 h 45"/>
                <a:gd name="T28" fmla="*/ 0 w 113"/>
                <a:gd name="T29" fmla="*/ 0 h 45"/>
                <a:gd name="T30" fmla="*/ 0 w 113"/>
                <a:gd name="T31" fmla="*/ 0 h 45"/>
                <a:gd name="T32" fmla="*/ 0 w 113"/>
                <a:gd name="T33" fmla="*/ 0 h 45"/>
                <a:gd name="T34" fmla="*/ 0 w 113"/>
                <a:gd name="T35" fmla="*/ 0 h 45"/>
                <a:gd name="T36" fmla="*/ 0 w 113"/>
                <a:gd name="T37" fmla="*/ 0 h 45"/>
                <a:gd name="T38" fmla="*/ 0 w 113"/>
                <a:gd name="T39" fmla="*/ 0 h 45"/>
                <a:gd name="T40" fmla="*/ 0 w 113"/>
                <a:gd name="T41" fmla="*/ 0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3"/>
                <a:gd name="T64" fmla="*/ 0 h 45"/>
                <a:gd name="T65" fmla="*/ 113 w 113"/>
                <a:gd name="T66" fmla="*/ 45 h 4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3" h="45">
                  <a:moveTo>
                    <a:pt x="110" y="0"/>
                  </a:moveTo>
                  <a:lnTo>
                    <a:pt x="107" y="2"/>
                  </a:lnTo>
                  <a:lnTo>
                    <a:pt x="98" y="8"/>
                  </a:lnTo>
                  <a:lnTo>
                    <a:pt x="85" y="12"/>
                  </a:lnTo>
                  <a:lnTo>
                    <a:pt x="73" y="17"/>
                  </a:lnTo>
                  <a:lnTo>
                    <a:pt x="59" y="21"/>
                  </a:lnTo>
                  <a:lnTo>
                    <a:pt x="46" y="26"/>
                  </a:lnTo>
                  <a:lnTo>
                    <a:pt x="31" y="29"/>
                  </a:lnTo>
                  <a:lnTo>
                    <a:pt x="16" y="32"/>
                  </a:lnTo>
                  <a:lnTo>
                    <a:pt x="0" y="36"/>
                  </a:lnTo>
                  <a:lnTo>
                    <a:pt x="3" y="45"/>
                  </a:lnTo>
                  <a:lnTo>
                    <a:pt x="16" y="40"/>
                  </a:lnTo>
                  <a:lnTo>
                    <a:pt x="31" y="37"/>
                  </a:lnTo>
                  <a:lnTo>
                    <a:pt x="46" y="35"/>
                  </a:lnTo>
                  <a:lnTo>
                    <a:pt x="62" y="30"/>
                  </a:lnTo>
                  <a:lnTo>
                    <a:pt x="76" y="26"/>
                  </a:lnTo>
                  <a:lnTo>
                    <a:pt x="88" y="21"/>
                  </a:lnTo>
                  <a:lnTo>
                    <a:pt x="101" y="17"/>
                  </a:lnTo>
                  <a:lnTo>
                    <a:pt x="113" y="11"/>
                  </a:lnTo>
                  <a:lnTo>
                    <a:pt x="110" y="12"/>
                  </a:lnTo>
                  <a:lnTo>
                    <a:pt x="11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7" name="Freeform 224">
              <a:extLst>
                <a:ext uri="{FF2B5EF4-FFF2-40B4-BE49-F238E27FC236}">
                  <a16:creationId xmlns:a16="http://schemas.microsoft.com/office/drawing/2014/main" id="{DBCDEF7F-68C0-4B62-B6CA-A6C0928DB4A8}"/>
                </a:ext>
              </a:extLst>
            </p:cNvPr>
            <p:cNvSpPr>
              <a:spLocks/>
            </p:cNvSpPr>
            <p:nvPr/>
          </p:nvSpPr>
          <p:spPr bwMode="auto">
            <a:xfrm>
              <a:off x="2566" y="2996"/>
              <a:ext cx="5" cy="7"/>
            </a:xfrm>
            <a:custGeom>
              <a:avLst/>
              <a:gdLst>
                <a:gd name="T0" fmla="*/ 0 w 17"/>
                <a:gd name="T1" fmla="*/ 0 h 22"/>
                <a:gd name="T2" fmla="*/ 0 w 17"/>
                <a:gd name="T3" fmla="*/ 0 h 22"/>
                <a:gd name="T4" fmla="*/ 0 w 17"/>
                <a:gd name="T5" fmla="*/ 0 h 22"/>
                <a:gd name="T6" fmla="*/ 0 w 17"/>
                <a:gd name="T7" fmla="*/ 0 h 22"/>
                <a:gd name="T8" fmla="*/ 0 w 17"/>
                <a:gd name="T9" fmla="*/ 0 h 22"/>
                <a:gd name="T10" fmla="*/ 0 w 17"/>
                <a:gd name="T11" fmla="*/ 0 h 22"/>
                <a:gd name="T12" fmla="*/ 0 w 17"/>
                <a:gd name="T13" fmla="*/ 0 h 22"/>
                <a:gd name="T14" fmla="*/ 0 w 17"/>
                <a:gd name="T15" fmla="*/ 0 h 22"/>
                <a:gd name="T16" fmla="*/ 0 w 17"/>
                <a:gd name="T17" fmla="*/ 0 h 22"/>
                <a:gd name="T18" fmla="*/ 0 w 17"/>
                <a:gd name="T19" fmla="*/ 0 h 22"/>
                <a:gd name="T20" fmla="*/ 0 w 17"/>
                <a:gd name="T21" fmla="*/ 0 h 22"/>
                <a:gd name="T22" fmla="*/ 0 w 17"/>
                <a:gd name="T23" fmla="*/ 0 h 22"/>
                <a:gd name="T24" fmla="*/ 0 w 17"/>
                <a:gd name="T25" fmla="*/ 0 h 22"/>
                <a:gd name="T26" fmla="*/ 0 w 17"/>
                <a:gd name="T27" fmla="*/ 0 h 22"/>
                <a:gd name="T28" fmla="*/ 0 w 17"/>
                <a:gd name="T29" fmla="*/ 0 h 22"/>
                <a:gd name="T30" fmla="*/ 0 w 17"/>
                <a:gd name="T31" fmla="*/ 0 h 22"/>
                <a:gd name="T32" fmla="*/ 0 w 17"/>
                <a:gd name="T33" fmla="*/ 0 h 22"/>
                <a:gd name="T34" fmla="*/ 0 w 17"/>
                <a:gd name="T35" fmla="*/ 0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
                <a:gd name="T55" fmla="*/ 0 h 22"/>
                <a:gd name="T56" fmla="*/ 17 w 17"/>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 h="22">
                  <a:moveTo>
                    <a:pt x="11" y="10"/>
                  </a:moveTo>
                  <a:lnTo>
                    <a:pt x="5" y="6"/>
                  </a:lnTo>
                  <a:lnTo>
                    <a:pt x="3" y="10"/>
                  </a:lnTo>
                  <a:lnTo>
                    <a:pt x="0" y="10"/>
                  </a:lnTo>
                  <a:lnTo>
                    <a:pt x="2" y="10"/>
                  </a:lnTo>
                  <a:lnTo>
                    <a:pt x="2" y="22"/>
                  </a:lnTo>
                  <a:lnTo>
                    <a:pt x="6" y="19"/>
                  </a:lnTo>
                  <a:lnTo>
                    <a:pt x="9" y="16"/>
                  </a:lnTo>
                  <a:lnTo>
                    <a:pt x="14" y="12"/>
                  </a:lnTo>
                  <a:lnTo>
                    <a:pt x="17" y="6"/>
                  </a:lnTo>
                  <a:lnTo>
                    <a:pt x="11" y="1"/>
                  </a:lnTo>
                  <a:lnTo>
                    <a:pt x="17" y="6"/>
                  </a:lnTo>
                  <a:lnTo>
                    <a:pt x="15" y="1"/>
                  </a:lnTo>
                  <a:lnTo>
                    <a:pt x="11" y="0"/>
                  </a:lnTo>
                  <a:lnTo>
                    <a:pt x="6" y="1"/>
                  </a:lnTo>
                  <a:lnTo>
                    <a:pt x="5" y="6"/>
                  </a:lnTo>
                  <a:lnTo>
                    <a:pt x="11" y="1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8" name="Freeform 225">
              <a:extLst>
                <a:ext uri="{FF2B5EF4-FFF2-40B4-BE49-F238E27FC236}">
                  <a16:creationId xmlns:a16="http://schemas.microsoft.com/office/drawing/2014/main" id="{EFFD5DFC-016F-4D39-8F41-285436E76BC1}"/>
                </a:ext>
              </a:extLst>
            </p:cNvPr>
            <p:cNvSpPr>
              <a:spLocks/>
            </p:cNvSpPr>
            <p:nvPr/>
          </p:nvSpPr>
          <p:spPr bwMode="auto">
            <a:xfrm>
              <a:off x="2567" y="2996"/>
              <a:ext cx="4" cy="3"/>
            </a:xfrm>
            <a:custGeom>
              <a:avLst/>
              <a:gdLst>
                <a:gd name="T0" fmla="*/ 0 w 12"/>
                <a:gd name="T1" fmla="*/ 0 h 10"/>
                <a:gd name="T2" fmla="*/ 0 w 12"/>
                <a:gd name="T3" fmla="*/ 0 h 10"/>
                <a:gd name="T4" fmla="*/ 0 w 12"/>
                <a:gd name="T5" fmla="*/ 0 h 10"/>
                <a:gd name="T6" fmla="*/ 0 w 12"/>
                <a:gd name="T7" fmla="*/ 0 h 10"/>
                <a:gd name="T8" fmla="*/ 0 w 12"/>
                <a:gd name="T9" fmla="*/ 0 h 10"/>
                <a:gd name="T10" fmla="*/ 0 w 12"/>
                <a:gd name="T11" fmla="*/ 0 h 10"/>
                <a:gd name="T12" fmla="*/ 0 w 12"/>
                <a:gd name="T13" fmla="*/ 0 h 10"/>
                <a:gd name="T14" fmla="*/ 0 w 12"/>
                <a:gd name="T15" fmla="*/ 0 h 10"/>
                <a:gd name="T16" fmla="*/ 0 w 12"/>
                <a:gd name="T17" fmla="*/ 0 h 10"/>
                <a:gd name="T18" fmla="*/ 0 w 12"/>
                <a:gd name="T19" fmla="*/ 0 h 10"/>
                <a:gd name="T20" fmla="*/ 0 w 12"/>
                <a:gd name="T21" fmla="*/ 0 h 10"/>
                <a:gd name="T22" fmla="*/ 0 w 12"/>
                <a:gd name="T23" fmla="*/ 0 h 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
                <a:gd name="T37" fmla="*/ 0 h 10"/>
                <a:gd name="T38" fmla="*/ 12 w 12"/>
                <a:gd name="T39" fmla="*/ 10 h 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 h="10">
                  <a:moveTo>
                    <a:pt x="6" y="10"/>
                  </a:moveTo>
                  <a:lnTo>
                    <a:pt x="6" y="6"/>
                  </a:lnTo>
                  <a:lnTo>
                    <a:pt x="6" y="1"/>
                  </a:lnTo>
                  <a:lnTo>
                    <a:pt x="12" y="6"/>
                  </a:lnTo>
                  <a:lnTo>
                    <a:pt x="10" y="1"/>
                  </a:lnTo>
                  <a:lnTo>
                    <a:pt x="6" y="0"/>
                  </a:lnTo>
                  <a:lnTo>
                    <a:pt x="1" y="1"/>
                  </a:lnTo>
                  <a:lnTo>
                    <a:pt x="0" y="6"/>
                  </a:lnTo>
                  <a:lnTo>
                    <a:pt x="6" y="1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99" name="Freeform 226">
              <a:extLst>
                <a:ext uri="{FF2B5EF4-FFF2-40B4-BE49-F238E27FC236}">
                  <a16:creationId xmlns:a16="http://schemas.microsoft.com/office/drawing/2014/main" id="{DC29F3A8-3180-4342-A57B-84AF4EA08446}"/>
                </a:ext>
              </a:extLst>
            </p:cNvPr>
            <p:cNvSpPr>
              <a:spLocks/>
            </p:cNvSpPr>
            <p:nvPr/>
          </p:nvSpPr>
          <p:spPr bwMode="auto">
            <a:xfrm>
              <a:off x="2562" y="2993"/>
              <a:ext cx="7" cy="6"/>
            </a:xfrm>
            <a:custGeom>
              <a:avLst/>
              <a:gdLst>
                <a:gd name="T0" fmla="*/ 0 w 21"/>
                <a:gd name="T1" fmla="*/ 0 h 20"/>
                <a:gd name="T2" fmla="*/ 0 w 21"/>
                <a:gd name="T3" fmla="*/ 0 h 20"/>
                <a:gd name="T4" fmla="*/ 0 w 21"/>
                <a:gd name="T5" fmla="*/ 0 h 20"/>
                <a:gd name="T6" fmla="*/ 0 w 21"/>
                <a:gd name="T7" fmla="*/ 0 h 20"/>
                <a:gd name="T8" fmla="*/ 0 w 21"/>
                <a:gd name="T9" fmla="*/ 0 h 20"/>
                <a:gd name="T10" fmla="*/ 0 w 21"/>
                <a:gd name="T11" fmla="*/ 0 h 20"/>
                <a:gd name="T12" fmla="*/ 0 w 21"/>
                <a:gd name="T13" fmla="*/ 0 h 20"/>
                <a:gd name="T14" fmla="*/ 0 w 21"/>
                <a:gd name="T15" fmla="*/ 0 h 20"/>
                <a:gd name="T16" fmla="*/ 0 w 21"/>
                <a:gd name="T17" fmla="*/ 0 h 20"/>
                <a:gd name="T18" fmla="*/ 0 w 21"/>
                <a:gd name="T19" fmla="*/ 0 h 20"/>
                <a:gd name="T20" fmla="*/ 0 w 21"/>
                <a:gd name="T21" fmla="*/ 0 h 20"/>
                <a:gd name="T22" fmla="*/ 0 w 21"/>
                <a:gd name="T23" fmla="*/ 0 h 20"/>
                <a:gd name="T24" fmla="*/ 0 w 21"/>
                <a:gd name="T25" fmla="*/ 0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
                <a:gd name="T40" fmla="*/ 0 h 20"/>
                <a:gd name="T41" fmla="*/ 21 w 21"/>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 h="20">
                  <a:moveTo>
                    <a:pt x="0" y="3"/>
                  </a:moveTo>
                  <a:lnTo>
                    <a:pt x="0" y="6"/>
                  </a:lnTo>
                  <a:lnTo>
                    <a:pt x="3" y="10"/>
                  </a:lnTo>
                  <a:lnTo>
                    <a:pt x="9" y="16"/>
                  </a:lnTo>
                  <a:lnTo>
                    <a:pt x="15" y="19"/>
                  </a:lnTo>
                  <a:lnTo>
                    <a:pt x="21" y="20"/>
                  </a:lnTo>
                  <a:lnTo>
                    <a:pt x="21" y="11"/>
                  </a:lnTo>
                  <a:lnTo>
                    <a:pt x="18" y="10"/>
                  </a:lnTo>
                  <a:lnTo>
                    <a:pt x="15" y="7"/>
                  </a:lnTo>
                  <a:lnTo>
                    <a:pt x="12" y="4"/>
                  </a:lnTo>
                  <a:lnTo>
                    <a:pt x="9" y="0"/>
                  </a:lnTo>
                  <a:lnTo>
                    <a:pt x="9" y="3"/>
                  </a:lnTo>
                  <a:lnTo>
                    <a:pt x="0"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0" name="Freeform 227">
              <a:extLst>
                <a:ext uri="{FF2B5EF4-FFF2-40B4-BE49-F238E27FC236}">
                  <a16:creationId xmlns:a16="http://schemas.microsoft.com/office/drawing/2014/main" id="{2818EEA2-C2E0-44A3-8718-5801F95C6C41}"/>
                </a:ext>
              </a:extLst>
            </p:cNvPr>
            <p:cNvSpPr>
              <a:spLocks/>
            </p:cNvSpPr>
            <p:nvPr/>
          </p:nvSpPr>
          <p:spPr bwMode="auto">
            <a:xfrm>
              <a:off x="2560" y="2983"/>
              <a:ext cx="5" cy="11"/>
            </a:xfrm>
            <a:custGeom>
              <a:avLst/>
              <a:gdLst>
                <a:gd name="T0" fmla="*/ 0 w 15"/>
                <a:gd name="T1" fmla="*/ 0 h 33"/>
                <a:gd name="T2" fmla="*/ 0 w 15"/>
                <a:gd name="T3" fmla="*/ 0 h 33"/>
                <a:gd name="T4" fmla="*/ 0 w 15"/>
                <a:gd name="T5" fmla="*/ 0 h 33"/>
                <a:gd name="T6" fmla="*/ 0 w 15"/>
                <a:gd name="T7" fmla="*/ 0 h 33"/>
                <a:gd name="T8" fmla="*/ 0 w 15"/>
                <a:gd name="T9" fmla="*/ 0 h 33"/>
                <a:gd name="T10" fmla="*/ 0 w 15"/>
                <a:gd name="T11" fmla="*/ 0 h 33"/>
                <a:gd name="T12" fmla="*/ 0 w 15"/>
                <a:gd name="T13" fmla="*/ 0 h 33"/>
                <a:gd name="T14" fmla="*/ 0 w 15"/>
                <a:gd name="T15" fmla="*/ 0 h 33"/>
                <a:gd name="T16" fmla="*/ 0 w 15"/>
                <a:gd name="T17" fmla="*/ 0 h 33"/>
                <a:gd name="T18" fmla="*/ 0 w 15"/>
                <a:gd name="T19" fmla="*/ 0 h 33"/>
                <a:gd name="T20" fmla="*/ 0 w 15"/>
                <a:gd name="T21" fmla="*/ 0 h 33"/>
                <a:gd name="T22" fmla="*/ 0 w 15"/>
                <a:gd name="T23" fmla="*/ 0 h 33"/>
                <a:gd name="T24" fmla="*/ 0 w 15"/>
                <a:gd name="T25" fmla="*/ 0 h 33"/>
                <a:gd name="T26" fmla="*/ 0 w 15"/>
                <a:gd name="T27" fmla="*/ 0 h 33"/>
                <a:gd name="T28" fmla="*/ 0 w 15"/>
                <a:gd name="T29" fmla="*/ 0 h 33"/>
                <a:gd name="T30" fmla="*/ 0 w 15"/>
                <a:gd name="T31" fmla="*/ 0 h 33"/>
                <a:gd name="T32" fmla="*/ 0 w 15"/>
                <a:gd name="T33" fmla="*/ 0 h 33"/>
                <a:gd name="T34" fmla="*/ 0 w 15"/>
                <a:gd name="T35" fmla="*/ 0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
                <a:gd name="T55" fmla="*/ 0 h 33"/>
                <a:gd name="T56" fmla="*/ 15 w 15"/>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 h="33">
                  <a:moveTo>
                    <a:pt x="0" y="6"/>
                  </a:moveTo>
                  <a:lnTo>
                    <a:pt x="0" y="4"/>
                  </a:lnTo>
                  <a:lnTo>
                    <a:pt x="1" y="12"/>
                  </a:lnTo>
                  <a:lnTo>
                    <a:pt x="3" y="19"/>
                  </a:lnTo>
                  <a:lnTo>
                    <a:pt x="4" y="27"/>
                  </a:lnTo>
                  <a:lnTo>
                    <a:pt x="6" y="33"/>
                  </a:lnTo>
                  <a:lnTo>
                    <a:pt x="15" y="33"/>
                  </a:lnTo>
                  <a:lnTo>
                    <a:pt x="13" y="27"/>
                  </a:lnTo>
                  <a:lnTo>
                    <a:pt x="12" y="19"/>
                  </a:lnTo>
                  <a:lnTo>
                    <a:pt x="10" y="12"/>
                  </a:lnTo>
                  <a:lnTo>
                    <a:pt x="9" y="4"/>
                  </a:lnTo>
                  <a:lnTo>
                    <a:pt x="9" y="3"/>
                  </a:lnTo>
                  <a:lnTo>
                    <a:pt x="9" y="4"/>
                  </a:lnTo>
                  <a:lnTo>
                    <a:pt x="7" y="1"/>
                  </a:lnTo>
                  <a:lnTo>
                    <a:pt x="4" y="0"/>
                  </a:lnTo>
                  <a:lnTo>
                    <a:pt x="1" y="1"/>
                  </a:lnTo>
                  <a:lnTo>
                    <a:pt x="0" y="4"/>
                  </a:lnTo>
                  <a:lnTo>
                    <a:pt x="0"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1" name="Freeform 228">
              <a:extLst>
                <a:ext uri="{FF2B5EF4-FFF2-40B4-BE49-F238E27FC236}">
                  <a16:creationId xmlns:a16="http://schemas.microsoft.com/office/drawing/2014/main" id="{B7CDD4FD-103C-4032-B6DF-A5CF93CAEE17}"/>
                </a:ext>
              </a:extLst>
            </p:cNvPr>
            <p:cNvSpPr>
              <a:spLocks/>
            </p:cNvSpPr>
            <p:nvPr/>
          </p:nvSpPr>
          <p:spPr bwMode="auto">
            <a:xfrm>
              <a:off x="2558" y="2976"/>
              <a:ext cx="5" cy="9"/>
            </a:xfrm>
            <a:custGeom>
              <a:avLst/>
              <a:gdLst>
                <a:gd name="T0" fmla="*/ 0 w 16"/>
                <a:gd name="T1" fmla="*/ 0 h 25"/>
                <a:gd name="T2" fmla="*/ 0 w 16"/>
                <a:gd name="T3" fmla="*/ 0 h 25"/>
                <a:gd name="T4" fmla="*/ 0 w 16"/>
                <a:gd name="T5" fmla="*/ 0 h 25"/>
                <a:gd name="T6" fmla="*/ 0 w 16"/>
                <a:gd name="T7" fmla="*/ 0 h 25"/>
                <a:gd name="T8" fmla="*/ 0 w 16"/>
                <a:gd name="T9" fmla="*/ 0 h 25"/>
                <a:gd name="T10" fmla="*/ 0 w 16"/>
                <a:gd name="T11" fmla="*/ 0 h 25"/>
                <a:gd name="T12" fmla="*/ 0 w 16"/>
                <a:gd name="T13" fmla="*/ 0 h 25"/>
                <a:gd name="T14" fmla="*/ 0 w 16"/>
                <a:gd name="T15" fmla="*/ 0 h 25"/>
                <a:gd name="T16" fmla="*/ 0 w 16"/>
                <a:gd name="T17" fmla="*/ 0 h 25"/>
                <a:gd name="T18" fmla="*/ 0 w 16"/>
                <a:gd name="T19" fmla="*/ 0 h 25"/>
                <a:gd name="T20" fmla="*/ 0 w 16"/>
                <a:gd name="T21" fmla="*/ 0 h 25"/>
                <a:gd name="T22" fmla="*/ 0 w 16"/>
                <a:gd name="T23" fmla="*/ 0 h 25"/>
                <a:gd name="T24" fmla="*/ 0 w 16"/>
                <a:gd name="T25" fmla="*/ 0 h 25"/>
                <a:gd name="T26" fmla="*/ 0 w 16"/>
                <a:gd name="T27" fmla="*/ 0 h 25"/>
                <a:gd name="T28" fmla="*/ 0 w 16"/>
                <a:gd name="T29" fmla="*/ 0 h 25"/>
                <a:gd name="T30" fmla="*/ 0 w 16"/>
                <a:gd name="T31" fmla="*/ 0 h 25"/>
                <a:gd name="T32" fmla="*/ 0 w 16"/>
                <a:gd name="T33" fmla="*/ 0 h 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25"/>
                <a:gd name="T53" fmla="*/ 16 w 16"/>
                <a:gd name="T54" fmla="*/ 25 h 2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25">
                  <a:moveTo>
                    <a:pt x="0" y="4"/>
                  </a:moveTo>
                  <a:lnTo>
                    <a:pt x="0" y="4"/>
                  </a:lnTo>
                  <a:lnTo>
                    <a:pt x="1" y="10"/>
                  </a:lnTo>
                  <a:lnTo>
                    <a:pt x="3" y="13"/>
                  </a:lnTo>
                  <a:lnTo>
                    <a:pt x="4" y="17"/>
                  </a:lnTo>
                  <a:lnTo>
                    <a:pt x="7" y="25"/>
                  </a:lnTo>
                  <a:lnTo>
                    <a:pt x="16" y="22"/>
                  </a:lnTo>
                  <a:lnTo>
                    <a:pt x="13" y="15"/>
                  </a:lnTo>
                  <a:lnTo>
                    <a:pt x="11" y="10"/>
                  </a:lnTo>
                  <a:lnTo>
                    <a:pt x="10" y="7"/>
                  </a:lnTo>
                  <a:lnTo>
                    <a:pt x="8" y="4"/>
                  </a:lnTo>
                  <a:lnTo>
                    <a:pt x="7" y="1"/>
                  </a:lnTo>
                  <a:lnTo>
                    <a:pt x="4" y="0"/>
                  </a:lnTo>
                  <a:lnTo>
                    <a:pt x="1" y="1"/>
                  </a:lnTo>
                  <a:lnTo>
                    <a:pt x="0" y="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2" name="Freeform 229">
              <a:extLst>
                <a:ext uri="{FF2B5EF4-FFF2-40B4-BE49-F238E27FC236}">
                  <a16:creationId xmlns:a16="http://schemas.microsoft.com/office/drawing/2014/main" id="{56732746-AF04-4FF1-8DA9-63DD2B458135}"/>
                </a:ext>
              </a:extLst>
            </p:cNvPr>
            <p:cNvSpPr>
              <a:spLocks/>
            </p:cNvSpPr>
            <p:nvPr/>
          </p:nvSpPr>
          <p:spPr bwMode="auto">
            <a:xfrm>
              <a:off x="2545" y="2824"/>
              <a:ext cx="16" cy="154"/>
            </a:xfrm>
            <a:custGeom>
              <a:avLst/>
              <a:gdLst>
                <a:gd name="T0" fmla="*/ 0 w 47"/>
                <a:gd name="T1" fmla="*/ 0 h 461"/>
                <a:gd name="T2" fmla="*/ 0 w 47"/>
                <a:gd name="T3" fmla="*/ 0 h 461"/>
                <a:gd name="T4" fmla="*/ 0 w 47"/>
                <a:gd name="T5" fmla="*/ 0 h 461"/>
                <a:gd name="T6" fmla="*/ 0 w 47"/>
                <a:gd name="T7" fmla="*/ 0 h 461"/>
                <a:gd name="T8" fmla="*/ 0 w 47"/>
                <a:gd name="T9" fmla="*/ 0 h 461"/>
                <a:gd name="T10" fmla="*/ 0 w 47"/>
                <a:gd name="T11" fmla="*/ 0 h 461"/>
                <a:gd name="T12" fmla="*/ 0 w 47"/>
                <a:gd name="T13" fmla="*/ 0 h 461"/>
                <a:gd name="T14" fmla="*/ 0 w 47"/>
                <a:gd name="T15" fmla="*/ 0 h 461"/>
                <a:gd name="T16" fmla="*/ 0 w 47"/>
                <a:gd name="T17" fmla="*/ 0 h 461"/>
                <a:gd name="T18" fmla="*/ 0 w 47"/>
                <a:gd name="T19" fmla="*/ 0 h 461"/>
                <a:gd name="T20" fmla="*/ 0 w 47"/>
                <a:gd name="T21" fmla="*/ 0 h 461"/>
                <a:gd name="T22" fmla="*/ 0 w 47"/>
                <a:gd name="T23" fmla="*/ 0 h 461"/>
                <a:gd name="T24" fmla="*/ 0 w 47"/>
                <a:gd name="T25" fmla="*/ 0 h 461"/>
                <a:gd name="T26" fmla="*/ 0 w 47"/>
                <a:gd name="T27" fmla="*/ 0 h 461"/>
                <a:gd name="T28" fmla="*/ 0 w 47"/>
                <a:gd name="T29" fmla="*/ 0 h 461"/>
                <a:gd name="T30" fmla="*/ 0 w 47"/>
                <a:gd name="T31" fmla="*/ 0 h 461"/>
                <a:gd name="T32" fmla="*/ 0 w 47"/>
                <a:gd name="T33" fmla="*/ 0 h 461"/>
                <a:gd name="T34" fmla="*/ 0 w 47"/>
                <a:gd name="T35" fmla="*/ 0 h 461"/>
                <a:gd name="T36" fmla="*/ 0 w 47"/>
                <a:gd name="T37" fmla="*/ 0 h 461"/>
                <a:gd name="T38" fmla="*/ 0 w 47"/>
                <a:gd name="T39" fmla="*/ 0 h 461"/>
                <a:gd name="T40" fmla="*/ 0 w 47"/>
                <a:gd name="T41" fmla="*/ 0 h 461"/>
                <a:gd name="T42" fmla="*/ 0 w 47"/>
                <a:gd name="T43" fmla="*/ 0 h 461"/>
                <a:gd name="T44" fmla="*/ 0 w 47"/>
                <a:gd name="T45" fmla="*/ 0 h 461"/>
                <a:gd name="T46" fmla="*/ 0 w 47"/>
                <a:gd name="T47" fmla="*/ 0 h 461"/>
                <a:gd name="T48" fmla="*/ 0 w 47"/>
                <a:gd name="T49" fmla="*/ 0 h 461"/>
                <a:gd name="T50" fmla="*/ 0 w 47"/>
                <a:gd name="T51" fmla="*/ 0 h 46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7"/>
                <a:gd name="T79" fmla="*/ 0 h 461"/>
                <a:gd name="T80" fmla="*/ 47 w 47"/>
                <a:gd name="T81" fmla="*/ 461 h 46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7" h="461">
                  <a:moveTo>
                    <a:pt x="3" y="4"/>
                  </a:moveTo>
                  <a:lnTo>
                    <a:pt x="4" y="4"/>
                  </a:lnTo>
                  <a:lnTo>
                    <a:pt x="0" y="63"/>
                  </a:lnTo>
                  <a:lnTo>
                    <a:pt x="0" y="121"/>
                  </a:lnTo>
                  <a:lnTo>
                    <a:pt x="4" y="178"/>
                  </a:lnTo>
                  <a:lnTo>
                    <a:pt x="9" y="233"/>
                  </a:lnTo>
                  <a:lnTo>
                    <a:pt x="15" y="288"/>
                  </a:lnTo>
                  <a:lnTo>
                    <a:pt x="22" y="344"/>
                  </a:lnTo>
                  <a:lnTo>
                    <a:pt x="30" y="402"/>
                  </a:lnTo>
                  <a:lnTo>
                    <a:pt x="39" y="461"/>
                  </a:lnTo>
                  <a:lnTo>
                    <a:pt x="47" y="461"/>
                  </a:lnTo>
                  <a:lnTo>
                    <a:pt x="39" y="402"/>
                  </a:lnTo>
                  <a:lnTo>
                    <a:pt x="31" y="344"/>
                  </a:lnTo>
                  <a:lnTo>
                    <a:pt x="24" y="288"/>
                  </a:lnTo>
                  <a:lnTo>
                    <a:pt x="18" y="233"/>
                  </a:lnTo>
                  <a:lnTo>
                    <a:pt x="13" y="178"/>
                  </a:lnTo>
                  <a:lnTo>
                    <a:pt x="12" y="121"/>
                  </a:lnTo>
                  <a:lnTo>
                    <a:pt x="12" y="63"/>
                  </a:lnTo>
                  <a:lnTo>
                    <a:pt x="13" y="4"/>
                  </a:lnTo>
                  <a:lnTo>
                    <a:pt x="15" y="4"/>
                  </a:lnTo>
                  <a:lnTo>
                    <a:pt x="13" y="4"/>
                  </a:lnTo>
                  <a:lnTo>
                    <a:pt x="12" y="1"/>
                  </a:lnTo>
                  <a:lnTo>
                    <a:pt x="9" y="0"/>
                  </a:lnTo>
                  <a:lnTo>
                    <a:pt x="6" y="1"/>
                  </a:lnTo>
                  <a:lnTo>
                    <a:pt x="4" y="4"/>
                  </a:lnTo>
                  <a:lnTo>
                    <a:pt x="3" y="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3" name="Freeform 230">
              <a:extLst>
                <a:ext uri="{FF2B5EF4-FFF2-40B4-BE49-F238E27FC236}">
                  <a16:creationId xmlns:a16="http://schemas.microsoft.com/office/drawing/2014/main" id="{3C97FD11-39D8-41D3-9D90-3BA7132278B9}"/>
                </a:ext>
              </a:extLst>
            </p:cNvPr>
            <p:cNvSpPr>
              <a:spLocks/>
            </p:cNvSpPr>
            <p:nvPr/>
          </p:nvSpPr>
          <p:spPr bwMode="auto">
            <a:xfrm>
              <a:off x="2546" y="2815"/>
              <a:ext cx="7" cy="10"/>
            </a:xfrm>
            <a:custGeom>
              <a:avLst/>
              <a:gdLst>
                <a:gd name="T0" fmla="*/ 0 w 22"/>
                <a:gd name="T1" fmla="*/ 0 h 31"/>
                <a:gd name="T2" fmla="*/ 0 w 22"/>
                <a:gd name="T3" fmla="*/ 0 h 31"/>
                <a:gd name="T4" fmla="*/ 0 w 22"/>
                <a:gd name="T5" fmla="*/ 0 h 31"/>
                <a:gd name="T6" fmla="*/ 0 w 22"/>
                <a:gd name="T7" fmla="*/ 0 h 31"/>
                <a:gd name="T8" fmla="*/ 0 w 22"/>
                <a:gd name="T9" fmla="*/ 0 h 31"/>
                <a:gd name="T10" fmla="*/ 0 w 22"/>
                <a:gd name="T11" fmla="*/ 0 h 31"/>
                <a:gd name="T12" fmla="*/ 0 w 22"/>
                <a:gd name="T13" fmla="*/ 0 h 31"/>
                <a:gd name="T14" fmla="*/ 0 w 22"/>
                <a:gd name="T15" fmla="*/ 0 h 31"/>
                <a:gd name="T16" fmla="*/ 0 w 22"/>
                <a:gd name="T17" fmla="*/ 0 h 31"/>
                <a:gd name="T18" fmla="*/ 0 w 22"/>
                <a:gd name="T19" fmla="*/ 0 h 31"/>
                <a:gd name="T20" fmla="*/ 0 w 22"/>
                <a:gd name="T21" fmla="*/ 0 h 31"/>
                <a:gd name="T22" fmla="*/ 0 w 22"/>
                <a:gd name="T23" fmla="*/ 0 h 31"/>
                <a:gd name="T24" fmla="*/ 0 w 22"/>
                <a:gd name="T25" fmla="*/ 0 h 31"/>
                <a:gd name="T26" fmla="*/ 0 w 22"/>
                <a:gd name="T27" fmla="*/ 0 h 31"/>
                <a:gd name="T28" fmla="*/ 0 w 22"/>
                <a:gd name="T29" fmla="*/ 0 h 31"/>
                <a:gd name="T30" fmla="*/ 0 w 22"/>
                <a:gd name="T31" fmla="*/ 0 h 31"/>
                <a:gd name="T32" fmla="*/ 0 w 22"/>
                <a:gd name="T33" fmla="*/ 0 h 31"/>
                <a:gd name="T34" fmla="*/ 0 w 22"/>
                <a:gd name="T35" fmla="*/ 0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
                <a:gd name="T55" fmla="*/ 0 h 31"/>
                <a:gd name="T56" fmla="*/ 22 w 22"/>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 h="31">
                  <a:moveTo>
                    <a:pt x="19" y="10"/>
                  </a:moveTo>
                  <a:lnTo>
                    <a:pt x="13" y="3"/>
                  </a:lnTo>
                  <a:lnTo>
                    <a:pt x="9" y="10"/>
                  </a:lnTo>
                  <a:lnTo>
                    <a:pt x="6" y="18"/>
                  </a:lnTo>
                  <a:lnTo>
                    <a:pt x="3" y="24"/>
                  </a:lnTo>
                  <a:lnTo>
                    <a:pt x="0" y="31"/>
                  </a:lnTo>
                  <a:lnTo>
                    <a:pt x="12" y="31"/>
                  </a:lnTo>
                  <a:lnTo>
                    <a:pt x="12" y="27"/>
                  </a:lnTo>
                  <a:lnTo>
                    <a:pt x="15" y="21"/>
                  </a:lnTo>
                  <a:lnTo>
                    <a:pt x="18" y="13"/>
                  </a:lnTo>
                  <a:lnTo>
                    <a:pt x="22" y="9"/>
                  </a:lnTo>
                  <a:lnTo>
                    <a:pt x="16" y="1"/>
                  </a:lnTo>
                  <a:lnTo>
                    <a:pt x="22" y="9"/>
                  </a:lnTo>
                  <a:lnTo>
                    <a:pt x="22" y="4"/>
                  </a:lnTo>
                  <a:lnTo>
                    <a:pt x="21" y="1"/>
                  </a:lnTo>
                  <a:lnTo>
                    <a:pt x="16" y="0"/>
                  </a:lnTo>
                  <a:lnTo>
                    <a:pt x="13" y="3"/>
                  </a:lnTo>
                  <a:lnTo>
                    <a:pt x="19" y="1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4" name="Freeform 231">
              <a:extLst>
                <a:ext uri="{FF2B5EF4-FFF2-40B4-BE49-F238E27FC236}">
                  <a16:creationId xmlns:a16="http://schemas.microsoft.com/office/drawing/2014/main" id="{AED69AC6-E29A-43B6-AD37-9C4C943B0A33}"/>
                </a:ext>
              </a:extLst>
            </p:cNvPr>
            <p:cNvSpPr>
              <a:spLocks/>
            </p:cNvSpPr>
            <p:nvPr/>
          </p:nvSpPr>
          <p:spPr bwMode="auto">
            <a:xfrm>
              <a:off x="2447" y="2810"/>
              <a:ext cx="17" cy="56"/>
            </a:xfrm>
            <a:custGeom>
              <a:avLst/>
              <a:gdLst>
                <a:gd name="T0" fmla="*/ 0 w 52"/>
                <a:gd name="T1" fmla="*/ 0 h 168"/>
                <a:gd name="T2" fmla="*/ 0 w 52"/>
                <a:gd name="T3" fmla="*/ 0 h 168"/>
                <a:gd name="T4" fmla="*/ 0 w 52"/>
                <a:gd name="T5" fmla="*/ 0 h 168"/>
                <a:gd name="T6" fmla="*/ 0 w 52"/>
                <a:gd name="T7" fmla="*/ 0 h 168"/>
                <a:gd name="T8" fmla="*/ 0 w 52"/>
                <a:gd name="T9" fmla="*/ 0 h 168"/>
                <a:gd name="T10" fmla="*/ 0 w 52"/>
                <a:gd name="T11" fmla="*/ 0 h 168"/>
                <a:gd name="T12" fmla="*/ 0 w 52"/>
                <a:gd name="T13" fmla="*/ 0 h 168"/>
                <a:gd name="T14" fmla="*/ 0 w 52"/>
                <a:gd name="T15" fmla="*/ 0 h 168"/>
                <a:gd name="T16" fmla="*/ 0 w 52"/>
                <a:gd name="T17" fmla="*/ 0 h 168"/>
                <a:gd name="T18" fmla="*/ 0 w 52"/>
                <a:gd name="T19" fmla="*/ 0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
                <a:gd name="T31" fmla="*/ 0 h 168"/>
                <a:gd name="T32" fmla="*/ 52 w 52"/>
                <a:gd name="T33" fmla="*/ 168 h 1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 h="168">
                  <a:moveTo>
                    <a:pt x="0" y="0"/>
                  </a:moveTo>
                  <a:lnTo>
                    <a:pt x="9" y="21"/>
                  </a:lnTo>
                  <a:lnTo>
                    <a:pt x="17" y="43"/>
                  </a:lnTo>
                  <a:lnTo>
                    <a:pt x="24" y="67"/>
                  </a:lnTo>
                  <a:lnTo>
                    <a:pt x="31" y="91"/>
                  </a:lnTo>
                  <a:lnTo>
                    <a:pt x="37" y="113"/>
                  </a:lnTo>
                  <a:lnTo>
                    <a:pt x="43" y="134"/>
                  </a:lnTo>
                  <a:lnTo>
                    <a:pt x="48" y="153"/>
                  </a:lnTo>
                  <a:lnTo>
                    <a:pt x="52" y="168"/>
                  </a:lnTo>
                  <a:lnTo>
                    <a:pt x="0" y="0"/>
                  </a:lnTo>
                  <a:close/>
                </a:path>
              </a:pathLst>
            </a:custGeom>
            <a:solidFill>
              <a:srgbClr val="FFFFFF"/>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5" name="Freeform 232">
              <a:extLst>
                <a:ext uri="{FF2B5EF4-FFF2-40B4-BE49-F238E27FC236}">
                  <a16:creationId xmlns:a16="http://schemas.microsoft.com/office/drawing/2014/main" id="{61A4A5D8-9603-4D12-97C3-575E70F3A294}"/>
                </a:ext>
              </a:extLst>
            </p:cNvPr>
            <p:cNvSpPr>
              <a:spLocks/>
            </p:cNvSpPr>
            <p:nvPr/>
          </p:nvSpPr>
          <p:spPr bwMode="auto">
            <a:xfrm>
              <a:off x="2445" y="2809"/>
              <a:ext cx="3" cy="2"/>
            </a:xfrm>
            <a:custGeom>
              <a:avLst/>
              <a:gdLst>
                <a:gd name="T0" fmla="*/ 0 w 9"/>
                <a:gd name="T1" fmla="*/ 0 h 6"/>
                <a:gd name="T2" fmla="*/ 0 w 9"/>
                <a:gd name="T3" fmla="*/ 0 h 6"/>
                <a:gd name="T4" fmla="*/ 0 w 9"/>
                <a:gd name="T5" fmla="*/ 0 h 6"/>
                <a:gd name="T6" fmla="*/ 0 w 9"/>
                <a:gd name="T7" fmla="*/ 0 h 6"/>
                <a:gd name="T8" fmla="*/ 0 w 9"/>
                <a:gd name="T9" fmla="*/ 0 h 6"/>
                <a:gd name="T10" fmla="*/ 0 w 9"/>
                <a:gd name="T11" fmla="*/ 0 h 6"/>
                <a:gd name="T12" fmla="*/ 0 60000 65536"/>
                <a:gd name="T13" fmla="*/ 0 60000 65536"/>
                <a:gd name="T14" fmla="*/ 0 60000 65536"/>
                <a:gd name="T15" fmla="*/ 0 60000 65536"/>
                <a:gd name="T16" fmla="*/ 0 60000 65536"/>
                <a:gd name="T17" fmla="*/ 0 60000 65536"/>
                <a:gd name="T18" fmla="*/ 0 w 9"/>
                <a:gd name="T19" fmla="*/ 0 h 6"/>
                <a:gd name="T20" fmla="*/ 9 w 9"/>
                <a:gd name="T21" fmla="*/ 6 h 6"/>
              </a:gdLst>
              <a:ahLst/>
              <a:cxnLst>
                <a:cxn ang="T12">
                  <a:pos x="T0" y="T1"/>
                </a:cxn>
                <a:cxn ang="T13">
                  <a:pos x="T2" y="T3"/>
                </a:cxn>
                <a:cxn ang="T14">
                  <a:pos x="T4" y="T5"/>
                </a:cxn>
                <a:cxn ang="T15">
                  <a:pos x="T6" y="T7"/>
                </a:cxn>
                <a:cxn ang="T16">
                  <a:pos x="T8" y="T9"/>
                </a:cxn>
                <a:cxn ang="T17">
                  <a:pos x="T10" y="T11"/>
                </a:cxn>
              </a:cxnLst>
              <a:rect l="T18" t="T19" r="T20" b="T21"/>
              <a:pathLst>
                <a:path w="9" h="6">
                  <a:moveTo>
                    <a:pt x="9" y="3"/>
                  </a:moveTo>
                  <a:lnTo>
                    <a:pt x="7" y="0"/>
                  </a:lnTo>
                  <a:lnTo>
                    <a:pt x="3" y="0"/>
                  </a:lnTo>
                  <a:lnTo>
                    <a:pt x="0" y="1"/>
                  </a:lnTo>
                  <a:lnTo>
                    <a:pt x="0" y="6"/>
                  </a:lnTo>
                  <a:lnTo>
                    <a:pt x="9"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6" name="Freeform 233">
              <a:extLst>
                <a:ext uri="{FF2B5EF4-FFF2-40B4-BE49-F238E27FC236}">
                  <a16:creationId xmlns:a16="http://schemas.microsoft.com/office/drawing/2014/main" id="{1D3F7ED9-6A15-4092-9334-71151AF91227}"/>
                </a:ext>
              </a:extLst>
            </p:cNvPr>
            <p:cNvSpPr>
              <a:spLocks/>
            </p:cNvSpPr>
            <p:nvPr/>
          </p:nvSpPr>
          <p:spPr bwMode="auto">
            <a:xfrm>
              <a:off x="2445" y="2810"/>
              <a:ext cx="21" cy="56"/>
            </a:xfrm>
            <a:custGeom>
              <a:avLst/>
              <a:gdLst>
                <a:gd name="T0" fmla="*/ 0 w 61"/>
                <a:gd name="T1" fmla="*/ 0 h 170"/>
                <a:gd name="T2" fmla="*/ 0 w 61"/>
                <a:gd name="T3" fmla="*/ 0 h 170"/>
                <a:gd name="T4" fmla="*/ 0 w 61"/>
                <a:gd name="T5" fmla="*/ 0 h 170"/>
                <a:gd name="T6" fmla="*/ 0 w 61"/>
                <a:gd name="T7" fmla="*/ 0 h 170"/>
                <a:gd name="T8" fmla="*/ 0 w 61"/>
                <a:gd name="T9" fmla="*/ 0 h 170"/>
                <a:gd name="T10" fmla="*/ 0 w 61"/>
                <a:gd name="T11" fmla="*/ 0 h 170"/>
                <a:gd name="T12" fmla="*/ 0 w 61"/>
                <a:gd name="T13" fmla="*/ 0 h 170"/>
                <a:gd name="T14" fmla="*/ 0 w 61"/>
                <a:gd name="T15" fmla="*/ 0 h 170"/>
                <a:gd name="T16" fmla="*/ 0 w 61"/>
                <a:gd name="T17" fmla="*/ 0 h 170"/>
                <a:gd name="T18" fmla="*/ 0 w 61"/>
                <a:gd name="T19" fmla="*/ 0 h 170"/>
                <a:gd name="T20" fmla="*/ 0 w 61"/>
                <a:gd name="T21" fmla="*/ 0 h 170"/>
                <a:gd name="T22" fmla="*/ 0 w 61"/>
                <a:gd name="T23" fmla="*/ 0 h 170"/>
                <a:gd name="T24" fmla="*/ 0 w 61"/>
                <a:gd name="T25" fmla="*/ 0 h 170"/>
                <a:gd name="T26" fmla="*/ 0 w 61"/>
                <a:gd name="T27" fmla="*/ 0 h 170"/>
                <a:gd name="T28" fmla="*/ 0 w 61"/>
                <a:gd name="T29" fmla="*/ 0 h 170"/>
                <a:gd name="T30" fmla="*/ 0 w 61"/>
                <a:gd name="T31" fmla="*/ 0 h 170"/>
                <a:gd name="T32" fmla="*/ 0 w 61"/>
                <a:gd name="T33" fmla="*/ 0 h 170"/>
                <a:gd name="T34" fmla="*/ 0 w 61"/>
                <a:gd name="T35" fmla="*/ 0 h 170"/>
                <a:gd name="T36" fmla="*/ 0 w 61"/>
                <a:gd name="T37" fmla="*/ 0 h 17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1"/>
                <a:gd name="T58" fmla="*/ 0 h 170"/>
                <a:gd name="T59" fmla="*/ 61 w 61"/>
                <a:gd name="T60" fmla="*/ 170 h 17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1" h="170">
                  <a:moveTo>
                    <a:pt x="61" y="167"/>
                  </a:moveTo>
                  <a:lnTo>
                    <a:pt x="56" y="152"/>
                  </a:lnTo>
                  <a:lnTo>
                    <a:pt x="52" y="133"/>
                  </a:lnTo>
                  <a:lnTo>
                    <a:pt x="46" y="112"/>
                  </a:lnTo>
                  <a:lnTo>
                    <a:pt x="40" y="90"/>
                  </a:lnTo>
                  <a:lnTo>
                    <a:pt x="32" y="66"/>
                  </a:lnTo>
                  <a:lnTo>
                    <a:pt x="25" y="43"/>
                  </a:lnTo>
                  <a:lnTo>
                    <a:pt x="18" y="20"/>
                  </a:lnTo>
                  <a:lnTo>
                    <a:pt x="9" y="0"/>
                  </a:lnTo>
                  <a:lnTo>
                    <a:pt x="0" y="3"/>
                  </a:lnTo>
                  <a:lnTo>
                    <a:pt x="9" y="23"/>
                  </a:lnTo>
                  <a:lnTo>
                    <a:pt x="16" y="46"/>
                  </a:lnTo>
                  <a:lnTo>
                    <a:pt x="23" y="69"/>
                  </a:lnTo>
                  <a:lnTo>
                    <a:pt x="31" y="93"/>
                  </a:lnTo>
                  <a:lnTo>
                    <a:pt x="37" y="115"/>
                  </a:lnTo>
                  <a:lnTo>
                    <a:pt x="43" y="136"/>
                  </a:lnTo>
                  <a:lnTo>
                    <a:pt x="47" y="155"/>
                  </a:lnTo>
                  <a:lnTo>
                    <a:pt x="52" y="170"/>
                  </a:lnTo>
                  <a:lnTo>
                    <a:pt x="61" y="167"/>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7" name="Freeform 234">
              <a:extLst>
                <a:ext uri="{FF2B5EF4-FFF2-40B4-BE49-F238E27FC236}">
                  <a16:creationId xmlns:a16="http://schemas.microsoft.com/office/drawing/2014/main" id="{7445B0E6-1976-4CD3-8C2F-3ACB8DE90183}"/>
                </a:ext>
              </a:extLst>
            </p:cNvPr>
            <p:cNvSpPr>
              <a:spLocks/>
            </p:cNvSpPr>
            <p:nvPr/>
          </p:nvSpPr>
          <p:spPr bwMode="auto">
            <a:xfrm>
              <a:off x="2463" y="2865"/>
              <a:ext cx="3" cy="2"/>
            </a:xfrm>
            <a:custGeom>
              <a:avLst/>
              <a:gdLst>
                <a:gd name="T0" fmla="*/ 0 w 9"/>
                <a:gd name="T1" fmla="*/ 0 h 6"/>
                <a:gd name="T2" fmla="*/ 0 w 9"/>
                <a:gd name="T3" fmla="*/ 0 h 6"/>
                <a:gd name="T4" fmla="*/ 0 w 9"/>
                <a:gd name="T5" fmla="*/ 0 h 6"/>
                <a:gd name="T6" fmla="*/ 0 w 9"/>
                <a:gd name="T7" fmla="*/ 0 h 6"/>
                <a:gd name="T8" fmla="*/ 0 w 9"/>
                <a:gd name="T9" fmla="*/ 0 h 6"/>
                <a:gd name="T10" fmla="*/ 0 w 9"/>
                <a:gd name="T11" fmla="*/ 0 h 6"/>
                <a:gd name="T12" fmla="*/ 0 60000 65536"/>
                <a:gd name="T13" fmla="*/ 0 60000 65536"/>
                <a:gd name="T14" fmla="*/ 0 60000 65536"/>
                <a:gd name="T15" fmla="*/ 0 60000 65536"/>
                <a:gd name="T16" fmla="*/ 0 60000 65536"/>
                <a:gd name="T17" fmla="*/ 0 60000 65536"/>
                <a:gd name="T18" fmla="*/ 0 w 9"/>
                <a:gd name="T19" fmla="*/ 0 h 6"/>
                <a:gd name="T20" fmla="*/ 9 w 9"/>
                <a:gd name="T21" fmla="*/ 6 h 6"/>
              </a:gdLst>
              <a:ahLst/>
              <a:cxnLst>
                <a:cxn ang="T12">
                  <a:pos x="T0" y="T1"/>
                </a:cxn>
                <a:cxn ang="T13">
                  <a:pos x="T2" y="T3"/>
                </a:cxn>
                <a:cxn ang="T14">
                  <a:pos x="T4" y="T5"/>
                </a:cxn>
                <a:cxn ang="T15">
                  <a:pos x="T6" y="T7"/>
                </a:cxn>
                <a:cxn ang="T16">
                  <a:pos x="T8" y="T9"/>
                </a:cxn>
                <a:cxn ang="T17">
                  <a:pos x="T10" y="T11"/>
                </a:cxn>
              </a:cxnLst>
              <a:rect l="T18" t="T19" r="T20" b="T21"/>
              <a:pathLst>
                <a:path w="9" h="6">
                  <a:moveTo>
                    <a:pt x="0" y="3"/>
                  </a:moveTo>
                  <a:lnTo>
                    <a:pt x="3" y="6"/>
                  </a:lnTo>
                  <a:lnTo>
                    <a:pt x="6" y="6"/>
                  </a:lnTo>
                  <a:lnTo>
                    <a:pt x="9" y="5"/>
                  </a:lnTo>
                  <a:lnTo>
                    <a:pt x="9" y="0"/>
                  </a:lnTo>
                  <a:lnTo>
                    <a:pt x="0"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8" name="Freeform 235">
              <a:extLst>
                <a:ext uri="{FF2B5EF4-FFF2-40B4-BE49-F238E27FC236}">
                  <a16:creationId xmlns:a16="http://schemas.microsoft.com/office/drawing/2014/main" id="{F99F8A76-505D-4065-A4CC-329252B46D14}"/>
                </a:ext>
              </a:extLst>
            </p:cNvPr>
            <p:cNvSpPr>
              <a:spLocks/>
            </p:cNvSpPr>
            <p:nvPr/>
          </p:nvSpPr>
          <p:spPr bwMode="auto">
            <a:xfrm>
              <a:off x="2305" y="2778"/>
              <a:ext cx="43" cy="117"/>
            </a:xfrm>
            <a:custGeom>
              <a:avLst/>
              <a:gdLst>
                <a:gd name="T0" fmla="*/ 0 w 130"/>
                <a:gd name="T1" fmla="*/ 0 h 350"/>
                <a:gd name="T2" fmla="*/ 0 w 130"/>
                <a:gd name="T3" fmla="*/ 0 h 350"/>
                <a:gd name="T4" fmla="*/ 0 w 130"/>
                <a:gd name="T5" fmla="*/ 0 h 350"/>
                <a:gd name="T6" fmla="*/ 0 w 130"/>
                <a:gd name="T7" fmla="*/ 0 h 350"/>
                <a:gd name="T8" fmla="*/ 0 w 130"/>
                <a:gd name="T9" fmla="*/ 0 h 350"/>
                <a:gd name="T10" fmla="*/ 0 w 130"/>
                <a:gd name="T11" fmla="*/ 0 h 350"/>
                <a:gd name="T12" fmla="*/ 0 w 130"/>
                <a:gd name="T13" fmla="*/ 0 h 350"/>
                <a:gd name="T14" fmla="*/ 0 w 130"/>
                <a:gd name="T15" fmla="*/ 0 h 350"/>
                <a:gd name="T16" fmla="*/ 0 w 130"/>
                <a:gd name="T17" fmla="*/ 0 h 350"/>
                <a:gd name="T18" fmla="*/ 0 w 130"/>
                <a:gd name="T19" fmla="*/ 0 h 350"/>
                <a:gd name="T20" fmla="*/ 0 w 130"/>
                <a:gd name="T21" fmla="*/ 0 h 350"/>
                <a:gd name="T22" fmla="*/ 0 w 130"/>
                <a:gd name="T23" fmla="*/ 0 h 350"/>
                <a:gd name="T24" fmla="*/ 0 w 130"/>
                <a:gd name="T25" fmla="*/ 0 h 350"/>
                <a:gd name="T26" fmla="*/ 0 w 130"/>
                <a:gd name="T27" fmla="*/ 0 h 350"/>
                <a:gd name="T28" fmla="*/ 0 w 130"/>
                <a:gd name="T29" fmla="*/ 0 h 350"/>
                <a:gd name="T30" fmla="*/ 0 w 130"/>
                <a:gd name="T31" fmla="*/ 0 h 350"/>
                <a:gd name="T32" fmla="*/ 0 w 130"/>
                <a:gd name="T33" fmla="*/ 0 h 350"/>
                <a:gd name="T34" fmla="*/ 0 w 130"/>
                <a:gd name="T35" fmla="*/ 0 h 350"/>
                <a:gd name="T36" fmla="*/ 0 w 130"/>
                <a:gd name="T37" fmla="*/ 0 h 350"/>
                <a:gd name="T38" fmla="*/ 0 w 130"/>
                <a:gd name="T39" fmla="*/ 0 h 350"/>
                <a:gd name="T40" fmla="*/ 0 w 130"/>
                <a:gd name="T41" fmla="*/ 0 h 350"/>
                <a:gd name="T42" fmla="*/ 0 w 130"/>
                <a:gd name="T43" fmla="*/ 0 h 350"/>
                <a:gd name="T44" fmla="*/ 0 w 130"/>
                <a:gd name="T45" fmla="*/ 0 h 350"/>
                <a:gd name="T46" fmla="*/ 0 w 130"/>
                <a:gd name="T47" fmla="*/ 0 h 350"/>
                <a:gd name="T48" fmla="*/ 0 w 130"/>
                <a:gd name="T49" fmla="*/ 0 h 350"/>
                <a:gd name="T50" fmla="*/ 0 w 130"/>
                <a:gd name="T51" fmla="*/ 0 h 350"/>
                <a:gd name="T52" fmla="*/ 0 w 130"/>
                <a:gd name="T53" fmla="*/ 0 h 350"/>
                <a:gd name="T54" fmla="*/ 0 w 130"/>
                <a:gd name="T55" fmla="*/ 0 h 350"/>
                <a:gd name="T56" fmla="*/ 0 w 130"/>
                <a:gd name="T57" fmla="*/ 0 h 350"/>
                <a:gd name="T58" fmla="*/ 0 w 130"/>
                <a:gd name="T59" fmla="*/ 0 h 350"/>
                <a:gd name="T60" fmla="*/ 0 w 130"/>
                <a:gd name="T61" fmla="*/ 0 h 350"/>
                <a:gd name="T62" fmla="*/ 0 w 130"/>
                <a:gd name="T63" fmla="*/ 0 h 350"/>
                <a:gd name="T64" fmla="*/ 0 w 130"/>
                <a:gd name="T65" fmla="*/ 0 h 350"/>
                <a:gd name="T66" fmla="*/ 0 w 130"/>
                <a:gd name="T67" fmla="*/ 0 h 350"/>
                <a:gd name="T68" fmla="*/ 0 w 130"/>
                <a:gd name="T69" fmla="*/ 0 h 350"/>
                <a:gd name="T70" fmla="*/ 0 w 130"/>
                <a:gd name="T71" fmla="*/ 0 h 350"/>
                <a:gd name="T72" fmla="*/ 0 w 130"/>
                <a:gd name="T73" fmla="*/ 0 h 350"/>
                <a:gd name="T74" fmla="*/ 0 w 130"/>
                <a:gd name="T75" fmla="*/ 0 h 350"/>
                <a:gd name="T76" fmla="*/ 0 w 130"/>
                <a:gd name="T77" fmla="*/ 0 h 350"/>
                <a:gd name="T78" fmla="*/ 0 w 130"/>
                <a:gd name="T79" fmla="*/ 0 h 350"/>
                <a:gd name="T80" fmla="*/ 0 w 130"/>
                <a:gd name="T81" fmla="*/ 0 h 350"/>
                <a:gd name="T82" fmla="*/ 0 w 130"/>
                <a:gd name="T83" fmla="*/ 0 h 350"/>
                <a:gd name="T84" fmla="*/ 0 w 130"/>
                <a:gd name="T85" fmla="*/ 0 h 350"/>
                <a:gd name="T86" fmla="*/ 0 w 130"/>
                <a:gd name="T87" fmla="*/ 0 h 350"/>
                <a:gd name="T88" fmla="*/ 0 w 130"/>
                <a:gd name="T89" fmla="*/ 0 h 350"/>
                <a:gd name="T90" fmla="*/ 0 w 130"/>
                <a:gd name="T91" fmla="*/ 0 h 350"/>
                <a:gd name="T92" fmla="*/ 0 w 130"/>
                <a:gd name="T93" fmla="*/ 0 h 350"/>
                <a:gd name="T94" fmla="*/ 0 w 130"/>
                <a:gd name="T95" fmla="*/ 0 h 350"/>
                <a:gd name="T96" fmla="*/ 0 w 130"/>
                <a:gd name="T97" fmla="*/ 0 h 35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30"/>
                <a:gd name="T148" fmla="*/ 0 h 350"/>
                <a:gd name="T149" fmla="*/ 130 w 130"/>
                <a:gd name="T150" fmla="*/ 350 h 35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30" h="350">
                  <a:moveTo>
                    <a:pt x="126" y="347"/>
                  </a:moveTo>
                  <a:lnTo>
                    <a:pt x="111" y="322"/>
                  </a:lnTo>
                  <a:lnTo>
                    <a:pt x="102" y="297"/>
                  </a:lnTo>
                  <a:lnTo>
                    <a:pt x="98" y="269"/>
                  </a:lnTo>
                  <a:lnTo>
                    <a:pt x="96" y="241"/>
                  </a:lnTo>
                  <a:lnTo>
                    <a:pt x="98" y="212"/>
                  </a:lnTo>
                  <a:lnTo>
                    <a:pt x="101" y="184"/>
                  </a:lnTo>
                  <a:lnTo>
                    <a:pt x="104" y="159"/>
                  </a:lnTo>
                  <a:lnTo>
                    <a:pt x="105" y="134"/>
                  </a:lnTo>
                  <a:lnTo>
                    <a:pt x="105" y="101"/>
                  </a:lnTo>
                  <a:lnTo>
                    <a:pt x="104" y="64"/>
                  </a:lnTo>
                  <a:lnTo>
                    <a:pt x="108" y="31"/>
                  </a:lnTo>
                  <a:lnTo>
                    <a:pt x="123" y="9"/>
                  </a:lnTo>
                  <a:lnTo>
                    <a:pt x="127" y="6"/>
                  </a:lnTo>
                  <a:lnTo>
                    <a:pt x="130" y="3"/>
                  </a:lnTo>
                  <a:lnTo>
                    <a:pt x="130" y="2"/>
                  </a:lnTo>
                  <a:lnTo>
                    <a:pt x="130" y="0"/>
                  </a:lnTo>
                  <a:lnTo>
                    <a:pt x="127" y="3"/>
                  </a:lnTo>
                  <a:lnTo>
                    <a:pt x="123" y="5"/>
                  </a:lnTo>
                  <a:lnTo>
                    <a:pt x="117" y="5"/>
                  </a:lnTo>
                  <a:lnTo>
                    <a:pt x="110" y="5"/>
                  </a:lnTo>
                  <a:lnTo>
                    <a:pt x="101" y="5"/>
                  </a:lnTo>
                  <a:lnTo>
                    <a:pt x="93" y="6"/>
                  </a:lnTo>
                  <a:lnTo>
                    <a:pt x="86" y="8"/>
                  </a:lnTo>
                  <a:lnTo>
                    <a:pt x="79" y="11"/>
                  </a:lnTo>
                  <a:lnTo>
                    <a:pt x="77" y="14"/>
                  </a:lnTo>
                  <a:lnTo>
                    <a:pt x="77" y="18"/>
                  </a:lnTo>
                  <a:lnTo>
                    <a:pt x="79" y="24"/>
                  </a:lnTo>
                  <a:lnTo>
                    <a:pt x="83" y="27"/>
                  </a:lnTo>
                  <a:lnTo>
                    <a:pt x="74" y="42"/>
                  </a:lnTo>
                  <a:lnTo>
                    <a:pt x="65" y="55"/>
                  </a:lnTo>
                  <a:lnTo>
                    <a:pt x="59" y="70"/>
                  </a:lnTo>
                  <a:lnTo>
                    <a:pt x="55" y="86"/>
                  </a:lnTo>
                  <a:lnTo>
                    <a:pt x="50" y="117"/>
                  </a:lnTo>
                  <a:lnTo>
                    <a:pt x="46" y="147"/>
                  </a:lnTo>
                  <a:lnTo>
                    <a:pt x="40" y="178"/>
                  </a:lnTo>
                  <a:lnTo>
                    <a:pt x="34" y="208"/>
                  </a:lnTo>
                  <a:lnTo>
                    <a:pt x="27" y="238"/>
                  </a:lnTo>
                  <a:lnTo>
                    <a:pt x="19" y="267"/>
                  </a:lnTo>
                  <a:lnTo>
                    <a:pt x="10" y="295"/>
                  </a:lnTo>
                  <a:lnTo>
                    <a:pt x="0" y="325"/>
                  </a:lnTo>
                  <a:lnTo>
                    <a:pt x="13" y="334"/>
                  </a:lnTo>
                  <a:lnTo>
                    <a:pt x="28" y="340"/>
                  </a:lnTo>
                  <a:lnTo>
                    <a:pt x="44" y="344"/>
                  </a:lnTo>
                  <a:lnTo>
                    <a:pt x="59" y="347"/>
                  </a:lnTo>
                  <a:lnTo>
                    <a:pt x="76" y="349"/>
                  </a:lnTo>
                  <a:lnTo>
                    <a:pt x="92" y="350"/>
                  </a:lnTo>
                  <a:lnTo>
                    <a:pt x="110" y="349"/>
                  </a:lnTo>
                  <a:lnTo>
                    <a:pt x="126" y="347"/>
                  </a:lnTo>
                  <a:close/>
                </a:path>
              </a:pathLst>
            </a:custGeom>
            <a:solidFill>
              <a:srgbClr val="E0AD7A"/>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09" name="Freeform 236">
              <a:extLst>
                <a:ext uri="{FF2B5EF4-FFF2-40B4-BE49-F238E27FC236}">
                  <a16:creationId xmlns:a16="http://schemas.microsoft.com/office/drawing/2014/main" id="{A5D16C21-4585-4A49-9090-0DFA80BD53B2}"/>
                </a:ext>
              </a:extLst>
            </p:cNvPr>
            <p:cNvSpPr>
              <a:spLocks/>
            </p:cNvSpPr>
            <p:nvPr/>
          </p:nvSpPr>
          <p:spPr bwMode="auto">
            <a:xfrm>
              <a:off x="2335" y="2823"/>
              <a:ext cx="13" cy="72"/>
            </a:xfrm>
            <a:custGeom>
              <a:avLst/>
              <a:gdLst>
                <a:gd name="T0" fmla="*/ 0 w 40"/>
                <a:gd name="T1" fmla="*/ 0 h 216"/>
                <a:gd name="T2" fmla="*/ 0 w 40"/>
                <a:gd name="T3" fmla="*/ 0 h 216"/>
                <a:gd name="T4" fmla="*/ 0 w 40"/>
                <a:gd name="T5" fmla="*/ 0 h 216"/>
                <a:gd name="T6" fmla="*/ 0 w 40"/>
                <a:gd name="T7" fmla="*/ 0 h 216"/>
                <a:gd name="T8" fmla="*/ 0 w 40"/>
                <a:gd name="T9" fmla="*/ 0 h 216"/>
                <a:gd name="T10" fmla="*/ 0 w 40"/>
                <a:gd name="T11" fmla="*/ 0 h 216"/>
                <a:gd name="T12" fmla="*/ 0 w 40"/>
                <a:gd name="T13" fmla="*/ 0 h 216"/>
                <a:gd name="T14" fmla="*/ 0 w 40"/>
                <a:gd name="T15" fmla="*/ 0 h 216"/>
                <a:gd name="T16" fmla="*/ 0 w 40"/>
                <a:gd name="T17" fmla="*/ 0 h 216"/>
                <a:gd name="T18" fmla="*/ 0 w 40"/>
                <a:gd name="T19" fmla="*/ 0 h 216"/>
                <a:gd name="T20" fmla="*/ 0 w 40"/>
                <a:gd name="T21" fmla="*/ 0 h 216"/>
                <a:gd name="T22" fmla="*/ 0 w 40"/>
                <a:gd name="T23" fmla="*/ 0 h 216"/>
                <a:gd name="T24" fmla="*/ 0 w 40"/>
                <a:gd name="T25" fmla="*/ 0 h 216"/>
                <a:gd name="T26" fmla="*/ 0 w 40"/>
                <a:gd name="T27" fmla="*/ 0 h 216"/>
                <a:gd name="T28" fmla="*/ 0 w 40"/>
                <a:gd name="T29" fmla="*/ 0 h 216"/>
                <a:gd name="T30" fmla="*/ 0 w 40"/>
                <a:gd name="T31" fmla="*/ 0 h 216"/>
                <a:gd name="T32" fmla="*/ 0 w 40"/>
                <a:gd name="T33" fmla="*/ 0 h 216"/>
                <a:gd name="T34" fmla="*/ 0 w 40"/>
                <a:gd name="T35" fmla="*/ 0 h 216"/>
                <a:gd name="T36" fmla="*/ 0 w 40"/>
                <a:gd name="T37" fmla="*/ 0 h 216"/>
                <a:gd name="T38" fmla="*/ 0 w 40"/>
                <a:gd name="T39" fmla="*/ 0 h 216"/>
                <a:gd name="T40" fmla="*/ 0 w 40"/>
                <a:gd name="T41" fmla="*/ 0 h 2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0"/>
                <a:gd name="T64" fmla="*/ 0 h 216"/>
                <a:gd name="T65" fmla="*/ 40 w 40"/>
                <a:gd name="T66" fmla="*/ 216 h 2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0" h="216">
                  <a:moveTo>
                    <a:pt x="11" y="0"/>
                  </a:moveTo>
                  <a:lnTo>
                    <a:pt x="11" y="0"/>
                  </a:lnTo>
                  <a:lnTo>
                    <a:pt x="9" y="25"/>
                  </a:lnTo>
                  <a:lnTo>
                    <a:pt x="6" y="50"/>
                  </a:lnTo>
                  <a:lnTo>
                    <a:pt x="3" y="78"/>
                  </a:lnTo>
                  <a:lnTo>
                    <a:pt x="0" y="107"/>
                  </a:lnTo>
                  <a:lnTo>
                    <a:pt x="3" y="135"/>
                  </a:lnTo>
                  <a:lnTo>
                    <a:pt x="8" y="163"/>
                  </a:lnTo>
                  <a:lnTo>
                    <a:pt x="17" y="190"/>
                  </a:lnTo>
                  <a:lnTo>
                    <a:pt x="31" y="216"/>
                  </a:lnTo>
                  <a:lnTo>
                    <a:pt x="40" y="210"/>
                  </a:lnTo>
                  <a:lnTo>
                    <a:pt x="26" y="187"/>
                  </a:lnTo>
                  <a:lnTo>
                    <a:pt x="17" y="163"/>
                  </a:lnTo>
                  <a:lnTo>
                    <a:pt x="12" y="135"/>
                  </a:lnTo>
                  <a:lnTo>
                    <a:pt x="12" y="107"/>
                  </a:lnTo>
                  <a:lnTo>
                    <a:pt x="12" y="78"/>
                  </a:lnTo>
                  <a:lnTo>
                    <a:pt x="15" y="50"/>
                  </a:lnTo>
                  <a:lnTo>
                    <a:pt x="18" y="25"/>
                  </a:lnTo>
                  <a:lnTo>
                    <a:pt x="20" y="0"/>
                  </a:lnTo>
                  <a:lnTo>
                    <a:pt x="11"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0" name="Freeform 237">
              <a:extLst>
                <a:ext uri="{FF2B5EF4-FFF2-40B4-BE49-F238E27FC236}">
                  <a16:creationId xmlns:a16="http://schemas.microsoft.com/office/drawing/2014/main" id="{D0C96418-861A-4A5F-824A-BEF10E8A8556}"/>
                </a:ext>
              </a:extLst>
            </p:cNvPr>
            <p:cNvSpPr>
              <a:spLocks/>
            </p:cNvSpPr>
            <p:nvPr/>
          </p:nvSpPr>
          <p:spPr bwMode="auto">
            <a:xfrm>
              <a:off x="2338" y="2780"/>
              <a:ext cx="9" cy="43"/>
            </a:xfrm>
            <a:custGeom>
              <a:avLst/>
              <a:gdLst>
                <a:gd name="T0" fmla="*/ 0 w 27"/>
                <a:gd name="T1" fmla="*/ 0 h 129"/>
                <a:gd name="T2" fmla="*/ 0 w 27"/>
                <a:gd name="T3" fmla="*/ 0 h 129"/>
                <a:gd name="T4" fmla="*/ 0 w 27"/>
                <a:gd name="T5" fmla="*/ 0 h 129"/>
                <a:gd name="T6" fmla="*/ 0 w 27"/>
                <a:gd name="T7" fmla="*/ 0 h 129"/>
                <a:gd name="T8" fmla="*/ 0 w 27"/>
                <a:gd name="T9" fmla="*/ 0 h 129"/>
                <a:gd name="T10" fmla="*/ 0 w 27"/>
                <a:gd name="T11" fmla="*/ 0 h 129"/>
                <a:gd name="T12" fmla="*/ 0 w 27"/>
                <a:gd name="T13" fmla="*/ 0 h 129"/>
                <a:gd name="T14" fmla="*/ 0 w 27"/>
                <a:gd name="T15" fmla="*/ 0 h 129"/>
                <a:gd name="T16" fmla="*/ 0 w 27"/>
                <a:gd name="T17" fmla="*/ 0 h 129"/>
                <a:gd name="T18" fmla="*/ 0 w 27"/>
                <a:gd name="T19" fmla="*/ 0 h 129"/>
                <a:gd name="T20" fmla="*/ 0 w 27"/>
                <a:gd name="T21" fmla="*/ 0 h 129"/>
                <a:gd name="T22" fmla="*/ 0 w 27"/>
                <a:gd name="T23" fmla="*/ 0 h 129"/>
                <a:gd name="T24" fmla="*/ 0 w 27"/>
                <a:gd name="T25" fmla="*/ 0 h 1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129"/>
                <a:gd name="T41" fmla="*/ 27 w 27"/>
                <a:gd name="T42" fmla="*/ 129 h 1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129">
                  <a:moveTo>
                    <a:pt x="21" y="0"/>
                  </a:moveTo>
                  <a:lnTo>
                    <a:pt x="21" y="0"/>
                  </a:lnTo>
                  <a:lnTo>
                    <a:pt x="5" y="25"/>
                  </a:lnTo>
                  <a:lnTo>
                    <a:pt x="0" y="59"/>
                  </a:lnTo>
                  <a:lnTo>
                    <a:pt x="0" y="96"/>
                  </a:lnTo>
                  <a:lnTo>
                    <a:pt x="2" y="129"/>
                  </a:lnTo>
                  <a:lnTo>
                    <a:pt x="11" y="129"/>
                  </a:lnTo>
                  <a:lnTo>
                    <a:pt x="12" y="96"/>
                  </a:lnTo>
                  <a:lnTo>
                    <a:pt x="9" y="59"/>
                  </a:lnTo>
                  <a:lnTo>
                    <a:pt x="14" y="28"/>
                  </a:lnTo>
                  <a:lnTo>
                    <a:pt x="27" y="9"/>
                  </a:lnTo>
                  <a:lnTo>
                    <a:pt x="21"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1" name="Freeform 238">
              <a:extLst>
                <a:ext uri="{FF2B5EF4-FFF2-40B4-BE49-F238E27FC236}">
                  <a16:creationId xmlns:a16="http://schemas.microsoft.com/office/drawing/2014/main" id="{7065287A-7371-4692-AC1C-04931DB7490E}"/>
                </a:ext>
              </a:extLst>
            </p:cNvPr>
            <p:cNvSpPr>
              <a:spLocks/>
            </p:cNvSpPr>
            <p:nvPr/>
          </p:nvSpPr>
          <p:spPr bwMode="auto">
            <a:xfrm>
              <a:off x="2345" y="2777"/>
              <a:ext cx="5" cy="6"/>
            </a:xfrm>
            <a:custGeom>
              <a:avLst/>
              <a:gdLst>
                <a:gd name="T0" fmla="*/ 0 w 16"/>
                <a:gd name="T1" fmla="*/ 0 h 18"/>
                <a:gd name="T2" fmla="*/ 0 w 16"/>
                <a:gd name="T3" fmla="*/ 0 h 18"/>
                <a:gd name="T4" fmla="*/ 0 w 16"/>
                <a:gd name="T5" fmla="*/ 0 h 18"/>
                <a:gd name="T6" fmla="*/ 0 w 16"/>
                <a:gd name="T7" fmla="*/ 0 h 18"/>
                <a:gd name="T8" fmla="*/ 0 w 16"/>
                <a:gd name="T9" fmla="*/ 0 h 18"/>
                <a:gd name="T10" fmla="*/ 0 w 16"/>
                <a:gd name="T11" fmla="*/ 0 h 18"/>
                <a:gd name="T12" fmla="*/ 0 w 16"/>
                <a:gd name="T13" fmla="*/ 0 h 18"/>
                <a:gd name="T14" fmla="*/ 0 w 16"/>
                <a:gd name="T15" fmla="*/ 0 h 18"/>
                <a:gd name="T16" fmla="*/ 0 w 16"/>
                <a:gd name="T17" fmla="*/ 0 h 18"/>
                <a:gd name="T18" fmla="*/ 0 w 16"/>
                <a:gd name="T19" fmla="*/ 0 h 18"/>
                <a:gd name="T20" fmla="*/ 0 w 16"/>
                <a:gd name="T21" fmla="*/ 0 h 18"/>
                <a:gd name="T22" fmla="*/ 0 w 16"/>
                <a:gd name="T23" fmla="*/ 0 h 18"/>
                <a:gd name="T24" fmla="*/ 0 w 16"/>
                <a:gd name="T25" fmla="*/ 0 h 18"/>
                <a:gd name="T26" fmla="*/ 0 w 16"/>
                <a:gd name="T27" fmla="*/ 0 h 18"/>
                <a:gd name="T28" fmla="*/ 0 w 16"/>
                <a:gd name="T29" fmla="*/ 0 h 18"/>
                <a:gd name="T30" fmla="*/ 0 w 16"/>
                <a:gd name="T31" fmla="*/ 0 h 18"/>
                <a:gd name="T32" fmla="*/ 0 w 16"/>
                <a:gd name="T33" fmla="*/ 0 h 18"/>
                <a:gd name="T34" fmla="*/ 0 w 16"/>
                <a:gd name="T35" fmla="*/ 0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15" y="6"/>
                  </a:moveTo>
                  <a:lnTo>
                    <a:pt x="7" y="7"/>
                  </a:lnTo>
                  <a:lnTo>
                    <a:pt x="4" y="6"/>
                  </a:lnTo>
                  <a:lnTo>
                    <a:pt x="6" y="4"/>
                  </a:lnTo>
                  <a:lnTo>
                    <a:pt x="4" y="6"/>
                  </a:lnTo>
                  <a:lnTo>
                    <a:pt x="0" y="9"/>
                  </a:lnTo>
                  <a:lnTo>
                    <a:pt x="6" y="18"/>
                  </a:lnTo>
                  <a:lnTo>
                    <a:pt x="10" y="15"/>
                  </a:lnTo>
                  <a:lnTo>
                    <a:pt x="15" y="10"/>
                  </a:lnTo>
                  <a:lnTo>
                    <a:pt x="16" y="6"/>
                  </a:lnTo>
                  <a:lnTo>
                    <a:pt x="13" y="1"/>
                  </a:lnTo>
                  <a:lnTo>
                    <a:pt x="6" y="3"/>
                  </a:lnTo>
                  <a:lnTo>
                    <a:pt x="13" y="1"/>
                  </a:lnTo>
                  <a:lnTo>
                    <a:pt x="10" y="0"/>
                  </a:lnTo>
                  <a:lnTo>
                    <a:pt x="9" y="1"/>
                  </a:lnTo>
                  <a:lnTo>
                    <a:pt x="7" y="4"/>
                  </a:lnTo>
                  <a:lnTo>
                    <a:pt x="7" y="7"/>
                  </a:lnTo>
                  <a:lnTo>
                    <a:pt x="15" y="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2" name="Freeform 239">
              <a:extLst>
                <a:ext uri="{FF2B5EF4-FFF2-40B4-BE49-F238E27FC236}">
                  <a16:creationId xmlns:a16="http://schemas.microsoft.com/office/drawing/2014/main" id="{566D220D-0B1E-4AD5-9381-347AAC28751F}"/>
                </a:ext>
              </a:extLst>
            </p:cNvPr>
            <p:cNvSpPr>
              <a:spLocks/>
            </p:cNvSpPr>
            <p:nvPr/>
          </p:nvSpPr>
          <p:spPr bwMode="auto">
            <a:xfrm>
              <a:off x="2330" y="2778"/>
              <a:ext cx="20" cy="5"/>
            </a:xfrm>
            <a:custGeom>
              <a:avLst/>
              <a:gdLst>
                <a:gd name="T0" fmla="*/ 0 w 59"/>
                <a:gd name="T1" fmla="*/ 0 h 16"/>
                <a:gd name="T2" fmla="*/ 0 w 59"/>
                <a:gd name="T3" fmla="*/ 0 h 16"/>
                <a:gd name="T4" fmla="*/ 0 w 59"/>
                <a:gd name="T5" fmla="*/ 0 h 16"/>
                <a:gd name="T6" fmla="*/ 0 w 59"/>
                <a:gd name="T7" fmla="*/ 0 h 16"/>
                <a:gd name="T8" fmla="*/ 0 w 59"/>
                <a:gd name="T9" fmla="*/ 0 h 16"/>
                <a:gd name="T10" fmla="*/ 0 w 59"/>
                <a:gd name="T11" fmla="*/ 0 h 16"/>
                <a:gd name="T12" fmla="*/ 0 w 59"/>
                <a:gd name="T13" fmla="*/ 0 h 16"/>
                <a:gd name="T14" fmla="*/ 0 w 59"/>
                <a:gd name="T15" fmla="*/ 0 h 16"/>
                <a:gd name="T16" fmla="*/ 0 w 59"/>
                <a:gd name="T17" fmla="*/ 0 h 16"/>
                <a:gd name="T18" fmla="*/ 0 w 59"/>
                <a:gd name="T19" fmla="*/ 0 h 16"/>
                <a:gd name="T20" fmla="*/ 0 w 59"/>
                <a:gd name="T21" fmla="*/ 0 h 16"/>
                <a:gd name="T22" fmla="*/ 0 w 59"/>
                <a:gd name="T23" fmla="*/ 0 h 16"/>
                <a:gd name="T24" fmla="*/ 0 w 59"/>
                <a:gd name="T25" fmla="*/ 0 h 16"/>
                <a:gd name="T26" fmla="*/ 0 w 59"/>
                <a:gd name="T27" fmla="*/ 0 h 16"/>
                <a:gd name="T28" fmla="*/ 0 w 59"/>
                <a:gd name="T29" fmla="*/ 0 h 16"/>
                <a:gd name="T30" fmla="*/ 0 w 59"/>
                <a:gd name="T31" fmla="*/ 0 h 16"/>
                <a:gd name="T32" fmla="*/ 0 w 59"/>
                <a:gd name="T33" fmla="*/ 0 h 16"/>
                <a:gd name="T34" fmla="*/ 0 w 59"/>
                <a:gd name="T35" fmla="*/ 0 h 16"/>
                <a:gd name="T36" fmla="*/ 0 w 59"/>
                <a:gd name="T37" fmla="*/ 0 h 16"/>
                <a:gd name="T38" fmla="*/ 0 w 59"/>
                <a:gd name="T39" fmla="*/ 0 h 16"/>
                <a:gd name="T40" fmla="*/ 0 w 5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9"/>
                <a:gd name="T64" fmla="*/ 0 h 16"/>
                <a:gd name="T65" fmla="*/ 59 w 5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9" h="16">
                  <a:moveTo>
                    <a:pt x="5" y="15"/>
                  </a:moveTo>
                  <a:lnTo>
                    <a:pt x="5" y="16"/>
                  </a:lnTo>
                  <a:lnTo>
                    <a:pt x="11" y="13"/>
                  </a:lnTo>
                  <a:lnTo>
                    <a:pt x="17" y="12"/>
                  </a:lnTo>
                  <a:lnTo>
                    <a:pt x="25" y="10"/>
                  </a:lnTo>
                  <a:lnTo>
                    <a:pt x="34" y="12"/>
                  </a:lnTo>
                  <a:lnTo>
                    <a:pt x="41" y="12"/>
                  </a:lnTo>
                  <a:lnTo>
                    <a:pt x="47" y="10"/>
                  </a:lnTo>
                  <a:lnTo>
                    <a:pt x="54" y="9"/>
                  </a:lnTo>
                  <a:lnTo>
                    <a:pt x="59" y="3"/>
                  </a:lnTo>
                  <a:lnTo>
                    <a:pt x="50" y="0"/>
                  </a:lnTo>
                  <a:lnTo>
                    <a:pt x="48" y="0"/>
                  </a:lnTo>
                  <a:lnTo>
                    <a:pt x="47" y="1"/>
                  </a:lnTo>
                  <a:lnTo>
                    <a:pt x="41" y="0"/>
                  </a:lnTo>
                  <a:lnTo>
                    <a:pt x="34" y="0"/>
                  </a:lnTo>
                  <a:lnTo>
                    <a:pt x="25" y="1"/>
                  </a:lnTo>
                  <a:lnTo>
                    <a:pt x="17" y="3"/>
                  </a:lnTo>
                  <a:lnTo>
                    <a:pt x="8" y="4"/>
                  </a:lnTo>
                  <a:lnTo>
                    <a:pt x="0" y="7"/>
                  </a:lnTo>
                  <a:lnTo>
                    <a:pt x="0" y="9"/>
                  </a:lnTo>
                  <a:lnTo>
                    <a:pt x="5" y="1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3" name="Freeform 240">
              <a:extLst>
                <a:ext uri="{FF2B5EF4-FFF2-40B4-BE49-F238E27FC236}">
                  <a16:creationId xmlns:a16="http://schemas.microsoft.com/office/drawing/2014/main" id="{A602BE76-D15E-4F19-A7FA-07BD1B3A7951}"/>
                </a:ext>
              </a:extLst>
            </p:cNvPr>
            <p:cNvSpPr>
              <a:spLocks/>
            </p:cNvSpPr>
            <p:nvPr/>
          </p:nvSpPr>
          <p:spPr bwMode="auto">
            <a:xfrm>
              <a:off x="2329" y="2781"/>
              <a:ext cx="5" cy="8"/>
            </a:xfrm>
            <a:custGeom>
              <a:avLst/>
              <a:gdLst>
                <a:gd name="T0" fmla="*/ 0 w 14"/>
                <a:gd name="T1" fmla="*/ 0 h 23"/>
                <a:gd name="T2" fmla="*/ 0 w 14"/>
                <a:gd name="T3" fmla="*/ 0 h 23"/>
                <a:gd name="T4" fmla="*/ 0 w 14"/>
                <a:gd name="T5" fmla="*/ 0 h 23"/>
                <a:gd name="T6" fmla="*/ 0 w 14"/>
                <a:gd name="T7" fmla="*/ 0 h 23"/>
                <a:gd name="T8" fmla="*/ 0 w 14"/>
                <a:gd name="T9" fmla="*/ 0 h 23"/>
                <a:gd name="T10" fmla="*/ 0 w 14"/>
                <a:gd name="T11" fmla="*/ 0 h 23"/>
                <a:gd name="T12" fmla="*/ 0 w 14"/>
                <a:gd name="T13" fmla="*/ 0 h 23"/>
                <a:gd name="T14" fmla="*/ 0 w 14"/>
                <a:gd name="T15" fmla="*/ 0 h 23"/>
                <a:gd name="T16" fmla="*/ 0 w 14"/>
                <a:gd name="T17" fmla="*/ 0 h 23"/>
                <a:gd name="T18" fmla="*/ 0 w 14"/>
                <a:gd name="T19" fmla="*/ 0 h 23"/>
                <a:gd name="T20" fmla="*/ 0 w 14"/>
                <a:gd name="T21" fmla="*/ 0 h 23"/>
                <a:gd name="T22" fmla="*/ 0 w 14"/>
                <a:gd name="T23" fmla="*/ 0 h 23"/>
                <a:gd name="T24" fmla="*/ 0 w 14"/>
                <a:gd name="T25" fmla="*/ 0 h 23"/>
                <a:gd name="T26" fmla="*/ 0 w 14"/>
                <a:gd name="T27" fmla="*/ 0 h 23"/>
                <a:gd name="T28" fmla="*/ 0 w 14"/>
                <a:gd name="T29" fmla="*/ 0 h 23"/>
                <a:gd name="T30" fmla="*/ 0 w 14"/>
                <a:gd name="T31" fmla="*/ 0 h 23"/>
                <a:gd name="T32" fmla="*/ 0 w 14"/>
                <a:gd name="T33" fmla="*/ 0 h 23"/>
                <a:gd name="T34" fmla="*/ 0 w 14"/>
                <a:gd name="T35" fmla="*/ 0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
                <a:gd name="T55" fmla="*/ 0 h 23"/>
                <a:gd name="T56" fmla="*/ 14 w 14"/>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 h="23">
                  <a:moveTo>
                    <a:pt x="14" y="22"/>
                  </a:moveTo>
                  <a:lnTo>
                    <a:pt x="11" y="14"/>
                  </a:lnTo>
                  <a:lnTo>
                    <a:pt x="10" y="13"/>
                  </a:lnTo>
                  <a:lnTo>
                    <a:pt x="8" y="10"/>
                  </a:lnTo>
                  <a:lnTo>
                    <a:pt x="8" y="6"/>
                  </a:lnTo>
                  <a:lnTo>
                    <a:pt x="3" y="0"/>
                  </a:lnTo>
                  <a:lnTo>
                    <a:pt x="0" y="6"/>
                  </a:lnTo>
                  <a:lnTo>
                    <a:pt x="0" y="10"/>
                  </a:lnTo>
                  <a:lnTo>
                    <a:pt x="1" y="19"/>
                  </a:lnTo>
                  <a:lnTo>
                    <a:pt x="8" y="23"/>
                  </a:lnTo>
                  <a:lnTo>
                    <a:pt x="6" y="16"/>
                  </a:lnTo>
                  <a:lnTo>
                    <a:pt x="8" y="23"/>
                  </a:lnTo>
                  <a:lnTo>
                    <a:pt x="13" y="23"/>
                  </a:lnTo>
                  <a:lnTo>
                    <a:pt x="14" y="20"/>
                  </a:lnTo>
                  <a:lnTo>
                    <a:pt x="14" y="16"/>
                  </a:lnTo>
                  <a:lnTo>
                    <a:pt x="11" y="14"/>
                  </a:lnTo>
                  <a:lnTo>
                    <a:pt x="14" y="2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4" name="Freeform 241">
              <a:extLst>
                <a:ext uri="{FF2B5EF4-FFF2-40B4-BE49-F238E27FC236}">
                  <a16:creationId xmlns:a16="http://schemas.microsoft.com/office/drawing/2014/main" id="{6E29717F-1775-4F8C-B7B8-608774E305E2}"/>
                </a:ext>
              </a:extLst>
            </p:cNvPr>
            <p:cNvSpPr>
              <a:spLocks/>
            </p:cNvSpPr>
            <p:nvPr/>
          </p:nvSpPr>
          <p:spPr bwMode="auto">
            <a:xfrm>
              <a:off x="2322" y="2786"/>
              <a:ext cx="12" cy="21"/>
            </a:xfrm>
            <a:custGeom>
              <a:avLst/>
              <a:gdLst>
                <a:gd name="T0" fmla="*/ 0 w 37"/>
                <a:gd name="T1" fmla="*/ 0 h 62"/>
                <a:gd name="T2" fmla="*/ 0 w 37"/>
                <a:gd name="T3" fmla="*/ 0 h 62"/>
                <a:gd name="T4" fmla="*/ 0 w 37"/>
                <a:gd name="T5" fmla="*/ 0 h 62"/>
                <a:gd name="T6" fmla="*/ 0 w 37"/>
                <a:gd name="T7" fmla="*/ 0 h 62"/>
                <a:gd name="T8" fmla="*/ 0 w 37"/>
                <a:gd name="T9" fmla="*/ 0 h 62"/>
                <a:gd name="T10" fmla="*/ 0 w 37"/>
                <a:gd name="T11" fmla="*/ 0 h 62"/>
                <a:gd name="T12" fmla="*/ 0 w 37"/>
                <a:gd name="T13" fmla="*/ 0 h 62"/>
                <a:gd name="T14" fmla="*/ 0 w 37"/>
                <a:gd name="T15" fmla="*/ 0 h 62"/>
                <a:gd name="T16" fmla="*/ 0 w 37"/>
                <a:gd name="T17" fmla="*/ 0 h 62"/>
                <a:gd name="T18" fmla="*/ 0 w 37"/>
                <a:gd name="T19" fmla="*/ 0 h 62"/>
                <a:gd name="T20" fmla="*/ 0 w 37"/>
                <a:gd name="T21" fmla="*/ 0 h 62"/>
                <a:gd name="T22" fmla="*/ 0 w 37"/>
                <a:gd name="T23" fmla="*/ 0 h 62"/>
                <a:gd name="T24" fmla="*/ 0 w 37"/>
                <a:gd name="T25" fmla="*/ 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7"/>
                <a:gd name="T40" fmla="*/ 0 h 62"/>
                <a:gd name="T41" fmla="*/ 37 w 37"/>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7" h="62">
                  <a:moveTo>
                    <a:pt x="9" y="62"/>
                  </a:moveTo>
                  <a:lnTo>
                    <a:pt x="9" y="62"/>
                  </a:lnTo>
                  <a:lnTo>
                    <a:pt x="14" y="47"/>
                  </a:lnTo>
                  <a:lnTo>
                    <a:pt x="20" y="33"/>
                  </a:lnTo>
                  <a:lnTo>
                    <a:pt x="29" y="21"/>
                  </a:lnTo>
                  <a:lnTo>
                    <a:pt x="37" y="6"/>
                  </a:lnTo>
                  <a:lnTo>
                    <a:pt x="29" y="0"/>
                  </a:lnTo>
                  <a:lnTo>
                    <a:pt x="20" y="15"/>
                  </a:lnTo>
                  <a:lnTo>
                    <a:pt x="11" y="30"/>
                  </a:lnTo>
                  <a:lnTo>
                    <a:pt x="5" y="44"/>
                  </a:lnTo>
                  <a:lnTo>
                    <a:pt x="0" y="62"/>
                  </a:lnTo>
                  <a:lnTo>
                    <a:pt x="9" y="6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5" name="Freeform 242">
              <a:extLst>
                <a:ext uri="{FF2B5EF4-FFF2-40B4-BE49-F238E27FC236}">
                  <a16:creationId xmlns:a16="http://schemas.microsoft.com/office/drawing/2014/main" id="{BDDC6360-FA95-493F-AA89-826286507158}"/>
                </a:ext>
              </a:extLst>
            </p:cNvPr>
            <p:cNvSpPr>
              <a:spLocks/>
            </p:cNvSpPr>
            <p:nvPr/>
          </p:nvSpPr>
          <p:spPr bwMode="auto">
            <a:xfrm>
              <a:off x="2304" y="2807"/>
              <a:ext cx="21" cy="81"/>
            </a:xfrm>
            <a:custGeom>
              <a:avLst/>
              <a:gdLst>
                <a:gd name="T0" fmla="*/ 0 w 63"/>
                <a:gd name="T1" fmla="*/ 0 h 244"/>
                <a:gd name="T2" fmla="*/ 0 w 63"/>
                <a:gd name="T3" fmla="*/ 0 h 244"/>
                <a:gd name="T4" fmla="*/ 0 w 63"/>
                <a:gd name="T5" fmla="*/ 0 h 244"/>
                <a:gd name="T6" fmla="*/ 0 w 63"/>
                <a:gd name="T7" fmla="*/ 0 h 244"/>
                <a:gd name="T8" fmla="*/ 0 w 63"/>
                <a:gd name="T9" fmla="*/ 0 h 244"/>
                <a:gd name="T10" fmla="*/ 0 w 63"/>
                <a:gd name="T11" fmla="*/ 0 h 244"/>
                <a:gd name="T12" fmla="*/ 0 w 63"/>
                <a:gd name="T13" fmla="*/ 0 h 244"/>
                <a:gd name="T14" fmla="*/ 0 w 63"/>
                <a:gd name="T15" fmla="*/ 0 h 244"/>
                <a:gd name="T16" fmla="*/ 0 w 63"/>
                <a:gd name="T17" fmla="*/ 0 h 244"/>
                <a:gd name="T18" fmla="*/ 0 w 63"/>
                <a:gd name="T19" fmla="*/ 0 h 244"/>
                <a:gd name="T20" fmla="*/ 0 w 63"/>
                <a:gd name="T21" fmla="*/ 0 h 244"/>
                <a:gd name="T22" fmla="*/ 0 w 63"/>
                <a:gd name="T23" fmla="*/ 0 h 244"/>
                <a:gd name="T24" fmla="*/ 0 w 63"/>
                <a:gd name="T25" fmla="*/ 0 h 244"/>
                <a:gd name="T26" fmla="*/ 0 w 63"/>
                <a:gd name="T27" fmla="*/ 0 h 244"/>
                <a:gd name="T28" fmla="*/ 0 w 63"/>
                <a:gd name="T29" fmla="*/ 0 h 244"/>
                <a:gd name="T30" fmla="*/ 0 w 63"/>
                <a:gd name="T31" fmla="*/ 0 h 244"/>
                <a:gd name="T32" fmla="*/ 0 w 63"/>
                <a:gd name="T33" fmla="*/ 0 h 244"/>
                <a:gd name="T34" fmla="*/ 0 w 63"/>
                <a:gd name="T35" fmla="*/ 0 h 244"/>
                <a:gd name="T36" fmla="*/ 0 w 63"/>
                <a:gd name="T37" fmla="*/ 0 h 244"/>
                <a:gd name="T38" fmla="*/ 0 w 63"/>
                <a:gd name="T39" fmla="*/ 0 h 244"/>
                <a:gd name="T40" fmla="*/ 0 w 63"/>
                <a:gd name="T41" fmla="*/ 0 h 244"/>
                <a:gd name="T42" fmla="*/ 0 w 63"/>
                <a:gd name="T43" fmla="*/ 0 h 244"/>
                <a:gd name="T44" fmla="*/ 0 w 63"/>
                <a:gd name="T45" fmla="*/ 0 h 244"/>
                <a:gd name="T46" fmla="*/ 0 w 63"/>
                <a:gd name="T47" fmla="*/ 0 h 244"/>
                <a:gd name="T48" fmla="*/ 0 w 63"/>
                <a:gd name="T49" fmla="*/ 0 h 244"/>
                <a:gd name="T50" fmla="*/ 0 w 63"/>
                <a:gd name="T51" fmla="*/ 0 h 24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
                <a:gd name="T79" fmla="*/ 0 h 244"/>
                <a:gd name="T80" fmla="*/ 63 w 63"/>
                <a:gd name="T81" fmla="*/ 244 h 24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 h="244">
                  <a:moveTo>
                    <a:pt x="7" y="235"/>
                  </a:moveTo>
                  <a:lnTo>
                    <a:pt x="8" y="241"/>
                  </a:lnTo>
                  <a:lnTo>
                    <a:pt x="19" y="211"/>
                  </a:lnTo>
                  <a:lnTo>
                    <a:pt x="28" y="183"/>
                  </a:lnTo>
                  <a:lnTo>
                    <a:pt x="35" y="152"/>
                  </a:lnTo>
                  <a:lnTo>
                    <a:pt x="43" y="122"/>
                  </a:lnTo>
                  <a:lnTo>
                    <a:pt x="48" y="92"/>
                  </a:lnTo>
                  <a:lnTo>
                    <a:pt x="54" y="61"/>
                  </a:lnTo>
                  <a:lnTo>
                    <a:pt x="59" y="31"/>
                  </a:lnTo>
                  <a:lnTo>
                    <a:pt x="63" y="0"/>
                  </a:lnTo>
                  <a:lnTo>
                    <a:pt x="54" y="0"/>
                  </a:lnTo>
                  <a:lnTo>
                    <a:pt x="50" y="31"/>
                  </a:lnTo>
                  <a:lnTo>
                    <a:pt x="45" y="61"/>
                  </a:lnTo>
                  <a:lnTo>
                    <a:pt x="40" y="92"/>
                  </a:lnTo>
                  <a:lnTo>
                    <a:pt x="34" y="122"/>
                  </a:lnTo>
                  <a:lnTo>
                    <a:pt x="26" y="152"/>
                  </a:lnTo>
                  <a:lnTo>
                    <a:pt x="19" y="180"/>
                  </a:lnTo>
                  <a:lnTo>
                    <a:pt x="10" y="208"/>
                  </a:lnTo>
                  <a:lnTo>
                    <a:pt x="0" y="238"/>
                  </a:lnTo>
                  <a:lnTo>
                    <a:pt x="1" y="244"/>
                  </a:lnTo>
                  <a:lnTo>
                    <a:pt x="0" y="238"/>
                  </a:lnTo>
                  <a:lnTo>
                    <a:pt x="0" y="242"/>
                  </a:lnTo>
                  <a:lnTo>
                    <a:pt x="3" y="244"/>
                  </a:lnTo>
                  <a:lnTo>
                    <a:pt x="7" y="244"/>
                  </a:lnTo>
                  <a:lnTo>
                    <a:pt x="8" y="241"/>
                  </a:lnTo>
                  <a:lnTo>
                    <a:pt x="7" y="235"/>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6" name="Freeform 243">
              <a:extLst>
                <a:ext uri="{FF2B5EF4-FFF2-40B4-BE49-F238E27FC236}">
                  <a16:creationId xmlns:a16="http://schemas.microsoft.com/office/drawing/2014/main" id="{7863BE0D-1D64-46FD-8281-2F4986AC1DF6}"/>
                </a:ext>
              </a:extLst>
            </p:cNvPr>
            <p:cNvSpPr>
              <a:spLocks/>
            </p:cNvSpPr>
            <p:nvPr/>
          </p:nvSpPr>
          <p:spPr bwMode="auto">
            <a:xfrm>
              <a:off x="2304" y="2885"/>
              <a:ext cx="44" cy="12"/>
            </a:xfrm>
            <a:custGeom>
              <a:avLst/>
              <a:gdLst>
                <a:gd name="T0" fmla="*/ 0 w 133"/>
                <a:gd name="T1" fmla="*/ 0 h 35"/>
                <a:gd name="T2" fmla="*/ 0 w 133"/>
                <a:gd name="T3" fmla="*/ 0 h 35"/>
                <a:gd name="T4" fmla="*/ 0 w 133"/>
                <a:gd name="T5" fmla="*/ 0 h 35"/>
                <a:gd name="T6" fmla="*/ 0 w 133"/>
                <a:gd name="T7" fmla="*/ 0 h 35"/>
                <a:gd name="T8" fmla="*/ 0 w 133"/>
                <a:gd name="T9" fmla="*/ 0 h 35"/>
                <a:gd name="T10" fmla="*/ 0 w 133"/>
                <a:gd name="T11" fmla="*/ 0 h 35"/>
                <a:gd name="T12" fmla="*/ 0 w 133"/>
                <a:gd name="T13" fmla="*/ 0 h 35"/>
                <a:gd name="T14" fmla="*/ 0 w 133"/>
                <a:gd name="T15" fmla="*/ 0 h 35"/>
                <a:gd name="T16" fmla="*/ 0 w 133"/>
                <a:gd name="T17" fmla="*/ 0 h 35"/>
                <a:gd name="T18" fmla="*/ 0 w 133"/>
                <a:gd name="T19" fmla="*/ 0 h 35"/>
                <a:gd name="T20" fmla="*/ 0 w 133"/>
                <a:gd name="T21" fmla="*/ 0 h 35"/>
                <a:gd name="T22" fmla="*/ 0 w 133"/>
                <a:gd name="T23" fmla="*/ 0 h 35"/>
                <a:gd name="T24" fmla="*/ 0 w 133"/>
                <a:gd name="T25" fmla="*/ 0 h 35"/>
                <a:gd name="T26" fmla="*/ 0 w 133"/>
                <a:gd name="T27" fmla="*/ 0 h 35"/>
                <a:gd name="T28" fmla="*/ 0 w 133"/>
                <a:gd name="T29" fmla="*/ 0 h 35"/>
                <a:gd name="T30" fmla="*/ 0 w 133"/>
                <a:gd name="T31" fmla="*/ 0 h 35"/>
                <a:gd name="T32" fmla="*/ 0 w 133"/>
                <a:gd name="T33" fmla="*/ 0 h 35"/>
                <a:gd name="T34" fmla="*/ 0 w 133"/>
                <a:gd name="T35" fmla="*/ 0 h 35"/>
                <a:gd name="T36" fmla="*/ 0 w 133"/>
                <a:gd name="T37" fmla="*/ 0 h 35"/>
                <a:gd name="T38" fmla="*/ 0 w 133"/>
                <a:gd name="T39" fmla="*/ 0 h 35"/>
                <a:gd name="T40" fmla="*/ 0 w 133"/>
                <a:gd name="T41" fmla="*/ 0 h 35"/>
                <a:gd name="T42" fmla="*/ 0 w 133"/>
                <a:gd name="T43" fmla="*/ 0 h 35"/>
                <a:gd name="T44" fmla="*/ 0 w 133"/>
                <a:gd name="T45" fmla="*/ 0 h 35"/>
                <a:gd name="T46" fmla="*/ 0 w 133"/>
                <a:gd name="T47" fmla="*/ 0 h 35"/>
                <a:gd name="T48" fmla="*/ 0 w 133"/>
                <a:gd name="T49" fmla="*/ 0 h 35"/>
                <a:gd name="T50" fmla="*/ 0 w 133"/>
                <a:gd name="T51" fmla="*/ 0 h 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3"/>
                <a:gd name="T79" fmla="*/ 0 h 35"/>
                <a:gd name="T80" fmla="*/ 133 w 133"/>
                <a:gd name="T81" fmla="*/ 35 h 3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3" h="35">
                  <a:moveTo>
                    <a:pt x="124" y="29"/>
                  </a:moveTo>
                  <a:lnTo>
                    <a:pt x="129" y="22"/>
                  </a:lnTo>
                  <a:lnTo>
                    <a:pt x="113" y="23"/>
                  </a:lnTo>
                  <a:lnTo>
                    <a:pt x="95" y="23"/>
                  </a:lnTo>
                  <a:lnTo>
                    <a:pt x="79" y="23"/>
                  </a:lnTo>
                  <a:lnTo>
                    <a:pt x="62" y="22"/>
                  </a:lnTo>
                  <a:lnTo>
                    <a:pt x="47" y="19"/>
                  </a:lnTo>
                  <a:lnTo>
                    <a:pt x="33" y="15"/>
                  </a:lnTo>
                  <a:lnTo>
                    <a:pt x="18" y="9"/>
                  </a:lnTo>
                  <a:lnTo>
                    <a:pt x="6" y="0"/>
                  </a:lnTo>
                  <a:lnTo>
                    <a:pt x="0" y="9"/>
                  </a:lnTo>
                  <a:lnTo>
                    <a:pt x="15" y="17"/>
                  </a:lnTo>
                  <a:lnTo>
                    <a:pt x="30" y="23"/>
                  </a:lnTo>
                  <a:lnTo>
                    <a:pt x="47" y="28"/>
                  </a:lnTo>
                  <a:lnTo>
                    <a:pt x="62" y="31"/>
                  </a:lnTo>
                  <a:lnTo>
                    <a:pt x="79" y="32"/>
                  </a:lnTo>
                  <a:lnTo>
                    <a:pt x="95" y="35"/>
                  </a:lnTo>
                  <a:lnTo>
                    <a:pt x="113" y="32"/>
                  </a:lnTo>
                  <a:lnTo>
                    <a:pt x="129" y="31"/>
                  </a:lnTo>
                  <a:lnTo>
                    <a:pt x="133" y="23"/>
                  </a:lnTo>
                  <a:lnTo>
                    <a:pt x="129" y="31"/>
                  </a:lnTo>
                  <a:lnTo>
                    <a:pt x="132" y="29"/>
                  </a:lnTo>
                  <a:lnTo>
                    <a:pt x="133" y="26"/>
                  </a:lnTo>
                  <a:lnTo>
                    <a:pt x="132" y="23"/>
                  </a:lnTo>
                  <a:lnTo>
                    <a:pt x="129" y="22"/>
                  </a:lnTo>
                  <a:lnTo>
                    <a:pt x="124" y="2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7" name="Freeform 244">
              <a:extLst>
                <a:ext uri="{FF2B5EF4-FFF2-40B4-BE49-F238E27FC236}">
                  <a16:creationId xmlns:a16="http://schemas.microsoft.com/office/drawing/2014/main" id="{415C5C71-6670-402C-92D0-09057C0C0051}"/>
                </a:ext>
              </a:extLst>
            </p:cNvPr>
            <p:cNvSpPr>
              <a:spLocks/>
            </p:cNvSpPr>
            <p:nvPr/>
          </p:nvSpPr>
          <p:spPr bwMode="auto">
            <a:xfrm>
              <a:off x="2437" y="2450"/>
              <a:ext cx="73" cy="78"/>
            </a:xfrm>
            <a:custGeom>
              <a:avLst/>
              <a:gdLst>
                <a:gd name="T0" fmla="*/ 0 w 219"/>
                <a:gd name="T1" fmla="*/ 0 h 234"/>
                <a:gd name="T2" fmla="*/ 0 w 219"/>
                <a:gd name="T3" fmla="*/ 0 h 234"/>
                <a:gd name="T4" fmla="*/ 0 w 219"/>
                <a:gd name="T5" fmla="*/ 0 h 234"/>
                <a:gd name="T6" fmla="*/ 0 w 219"/>
                <a:gd name="T7" fmla="*/ 0 h 234"/>
                <a:gd name="T8" fmla="*/ 0 w 219"/>
                <a:gd name="T9" fmla="*/ 0 h 234"/>
                <a:gd name="T10" fmla="*/ 0 w 219"/>
                <a:gd name="T11" fmla="*/ 0 h 234"/>
                <a:gd name="T12" fmla="*/ 0 w 219"/>
                <a:gd name="T13" fmla="*/ 0 h 234"/>
                <a:gd name="T14" fmla="*/ 0 w 219"/>
                <a:gd name="T15" fmla="*/ 0 h 234"/>
                <a:gd name="T16" fmla="*/ 0 w 219"/>
                <a:gd name="T17" fmla="*/ 0 h 234"/>
                <a:gd name="T18" fmla="*/ 0 w 219"/>
                <a:gd name="T19" fmla="*/ 0 h 234"/>
                <a:gd name="T20" fmla="*/ 0 w 219"/>
                <a:gd name="T21" fmla="*/ 0 h 234"/>
                <a:gd name="T22" fmla="*/ 0 w 219"/>
                <a:gd name="T23" fmla="*/ 0 h 234"/>
                <a:gd name="T24" fmla="*/ 0 w 219"/>
                <a:gd name="T25" fmla="*/ 0 h 234"/>
                <a:gd name="T26" fmla="*/ 0 w 219"/>
                <a:gd name="T27" fmla="*/ 0 h 234"/>
                <a:gd name="T28" fmla="*/ 0 w 219"/>
                <a:gd name="T29" fmla="*/ 0 h 234"/>
                <a:gd name="T30" fmla="*/ 0 w 219"/>
                <a:gd name="T31" fmla="*/ 0 h 234"/>
                <a:gd name="T32" fmla="*/ 0 w 219"/>
                <a:gd name="T33" fmla="*/ 0 h 234"/>
                <a:gd name="T34" fmla="*/ 0 w 219"/>
                <a:gd name="T35" fmla="*/ 0 h 234"/>
                <a:gd name="T36" fmla="*/ 0 w 219"/>
                <a:gd name="T37" fmla="*/ 0 h 234"/>
                <a:gd name="T38" fmla="*/ 0 w 219"/>
                <a:gd name="T39" fmla="*/ 0 h 234"/>
                <a:gd name="T40" fmla="*/ 0 w 219"/>
                <a:gd name="T41" fmla="*/ 0 h 234"/>
                <a:gd name="T42" fmla="*/ 0 w 219"/>
                <a:gd name="T43" fmla="*/ 0 h 234"/>
                <a:gd name="T44" fmla="*/ 0 w 219"/>
                <a:gd name="T45" fmla="*/ 0 h 234"/>
                <a:gd name="T46" fmla="*/ 0 w 219"/>
                <a:gd name="T47" fmla="*/ 0 h 234"/>
                <a:gd name="T48" fmla="*/ 0 w 219"/>
                <a:gd name="T49" fmla="*/ 0 h 234"/>
                <a:gd name="T50" fmla="*/ 0 w 219"/>
                <a:gd name="T51" fmla="*/ 0 h 234"/>
                <a:gd name="T52" fmla="*/ 0 w 219"/>
                <a:gd name="T53" fmla="*/ 0 h 234"/>
                <a:gd name="T54" fmla="*/ 0 w 219"/>
                <a:gd name="T55" fmla="*/ 0 h 234"/>
                <a:gd name="T56" fmla="*/ 0 w 219"/>
                <a:gd name="T57" fmla="*/ 0 h 234"/>
                <a:gd name="T58" fmla="*/ 0 w 219"/>
                <a:gd name="T59" fmla="*/ 0 h 234"/>
                <a:gd name="T60" fmla="*/ 0 w 219"/>
                <a:gd name="T61" fmla="*/ 0 h 234"/>
                <a:gd name="T62" fmla="*/ 0 w 219"/>
                <a:gd name="T63" fmla="*/ 0 h 234"/>
                <a:gd name="T64" fmla="*/ 0 w 219"/>
                <a:gd name="T65" fmla="*/ 0 h 234"/>
                <a:gd name="T66" fmla="*/ 0 w 219"/>
                <a:gd name="T67" fmla="*/ 0 h 234"/>
                <a:gd name="T68" fmla="*/ 0 w 219"/>
                <a:gd name="T69" fmla="*/ 0 h 234"/>
                <a:gd name="T70" fmla="*/ 0 w 219"/>
                <a:gd name="T71" fmla="*/ 0 h 234"/>
                <a:gd name="T72" fmla="*/ 0 w 219"/>
                <a:gd name="T73" fmla="*/ 0 h 234"/>
                <a:gd name="T74" fmla="*/ 0 w 219"/>
                <a:gd name="T75" fmla="*/ 0 h 234"/>
                <a:gd name="T76" fmla="*/ 0 w 219"/>
                <a:gd name="T77" fmla="*/ 0 h 234"/>
                <a:gd name="T78" fmla="*/ 0 w 219"/>
                <a:gd name="T79" fmla="*/ 0 h 234"/>
                <a:gd name="T80" fmla="*/ 0 w 219"/>
                <a:gd name="T81" fmla="*/ 0 h 234"/>
                <a:gd name="T82" fmla="*/ 0 w 219"/>
                <a:gd name="T83" fmla="*/ 0 h 234"/>
                <a:gd name="T84" fmla="*/ 0 w 219"/>
                <a:gd name="T85" fmla="*/ 0 h 234"/>
                <a:gd name="T86" fmla="*/ 0 w 219"/>
                <a:gd name="T87" fmla="*/ 0 h 234"/>
                <a:gd name="T88" fmla="*/ 0 w 219"/>
                <a:gd name="T89" fmla="*/ 0 h 234"/>
                <a:gd name="T90" fmla="*/ 0 w 219"/>
                <a:gd name="T91" fmla="*/ 0 h 234"/>
                <a:gd name="T92" fmla="*/ 0 w 219"/>
                <a:gd name="T93" fmla="*/ 0 h 234"/>
                <a:gd name="T94" fmla="*/ 0 w 219"/>
                <a:gd name="T95" fmla="*/ 0 h 234"/>
                <a:gd name="T96" fmla="*/ 0 w 219"/>
                <a:gd name="T97" fmla="*/ 0 h 234"/>
                <a:gd name="T98" fmla="*/ 0 w 219"/>
                <a:gd name="T99" fmla="*/ 0 h 234"/>
                <a:gd name="T100" fmla="*/ 0 w 219"/>
                <a:gd name="T101" fmla="*/ 0 h 234"/>
                <a:gd name="T102" fmla="*/ 0 w 219"/>
                <a:gd name="T103" fmla="*/ 0 h 234"/>
                <a:gd name="T104" fmla="*/ 0 w 219"/>
                <a:gd name="T105" fmla="*/ 0 h 234"/>
                <a:gd name="T106" fmla="*/ 0 w 219"/>
                <a:gd name="T107" fmla="*/ 0 h 234"/>
                <a:gd name="T108" fmla="*/ 0 w 219"/>
                <a:gd name="T109" fmla="*/ 0 h 234"/>
                <a:gd name="T110" fmla="*/ 0 w 219"/>
                <a:gd name="T111" fmla="*/ 0 h 234"/>
                <a:gd name="T112" fmla="*/ 0 w 219"/>
                <a:gd name="T113" fmla="*/ 0 h 234"/>
                <a:gd name="T114" fmla="*/ 0 w 219"/>
                <a:gd name="T115" fmla="*/ 0 h 234"/>
                <a:gd name="T116" fmla="*/ 0 w 219"/>
                <a:gd name="T117" fmla="*/ 0 h 234"/>
                <a:gd name="T118" fmla="*/ 0 w 219"/>
                <a:gd name="T119" fmla="*/ 0 h 234"/>
                <a:gd name="T120" fmla="*/ 0 w 219"/>
                <a:gd name="T121" fmla="*/ 0 h 23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19"/>
                <a:gd name="T184" fmla="*/ 0 h 234"/>
                <a:gd name="T185" fmla="*/ 219 w 219"/>
                <a:gd name="T186" fmla="*/ 234 h 23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19" h="234">
                  <a:moveTo>
                    <a:pt x="37" y="234"/>
                  </a:moveTo>
                  <a:lnTo>
                    <a:pt x="42" y="234"/>
                  </a:lnTo>
                  <a:lnTo>
                    <a:pt x="45" y="233"/>
                  </a:lnTo>
                  <a:lnTo>
                    <a:pt x="50" y="231"/>
                  </a:lnTo>
                  <a:lnTo>
                    <a:pt x="56" y="233"/>
                  </a:lnTo>
                  <a:lnTo>
                    <a:pt x="64" y="234"/>
                  </a:lnTo>
                  <a:lnTo>
                    <a:pt x="68" y="234"/>
                  </a:lnTo>
                  <a:lnTo>
                    <a:pt x="73" y="234"/>
                  </a:lnTo>
                  <a:lnTo>
                    <a:pt x="77" y="231"/>
                  </a:lnTo>
                  <a:lnTo>
                    <a:pt x="82" y="228"/>
                  </a:lnTo>
                  <a:lnTo>
                    <a:pt x="87" y="224"/>
                  </a:lnTo>
                  <a:lnTo>
                    <a:pt x="95" y="220"/>
                  </a:lnTo>
                  <a:lnTo>
                    <a:pt x="105" y="215"/>
                  </a:lnTo>
                  <a:lnTo>
                    <a:pt x="93" y="196"/>
                  </a:lnTo>
                  <a:lnTo>
                    <a:pt x="89" y="171"/>
                  </a:lnTo>
                  <a:lnTo>
                    <a:pt x="95" y="151"/>
                  </a:lnTo>
                  <a:lnTo>
                    <a:pt x="117" y="147"/>
                  </a:lnTo>
                  <a:lnTo>
                    <a:pt x="133" y="145"/>
                  </a:lnTo>
                  <a:lnTo>
                    <a:pt x="136" y="134"/>
                  </a:lnTo>
                  <a:lnTo>
                    <a:pt x="133" y="117"/>
                  </a:lnTo>
                  <a:lnTo>
                    <a:pt x="132" y="98"/>
                  </a:lnTo>
                  <a:lnTo>
                    <a:pt x="135" y="91"/>
                  </a:lnTo>
                  <a:lnTo>
                    <a:pt x="144" y="85"/>
                  </a:lnTo>
                  <a:lnTo>
                    <a:pt x="156" y="80"/>
                  </a:lnTo>
                  <a:lnTo>
                    <a:pt x="169" y="77"/>
                  </a:lnTo>
                  <a:lnTo>
                    <a:pt x="184" y="74"/>
                  </a:lnTo>
                  <a:lnTo>
                    <a:pt x="197" y="70"/>
                  </a:lnTo>
                  <a:lnTo>
                    <a:pt x="209" y="64"/>
                  </a:lnTo>
                  <a:lnTo>
                    <a:pt x="216" y="56"/>
                  </a:lnTo>
                  <a:lnTo>
                    <a:pt x="216" y="55"/>
                  </a:lnTo>
                  <a:lnTo>
                    <a:pt x="216" y="53"/>
                  </a:lnTo>
                  <a:lnTo>
                    <a:pt x="218" y="52"/>
                  </a:lnTo>
                  <a:lnTo>
                    <a:pt x="219" y="45"/>
                  </a:lnTo>
                  <a:lnTo>
                    <a:pt x="219" y="37"/>
                  </a:lnTo>
                  <a:lnTo>
                    <a:pt x="219" y="31"/>
                  </a:lnTo>
                  <a:lnTo>
                    <a:pt x="218" y="24"/>
                  </a:lnTo>
                  <a:lnTo>
                    <a:pt x="213" y="18"/>
                  </a:lnTo>
                  <a:lnTo>
                    <a:pt x="206" y="12"/>
                  </a:lnTo>
                  <a:lnTo>
                    <a:pt x="194" y="7"/>
                  </a:lnTo>
                  <a:lnTo>
                    <a:pt x="181" y="4"/>
                  </a:lnTo>
                  <a:lnTo>
                    <a:pt x="167" y="3"/>
                  </a:lnTo>
                  <a:lnTo>
                    <a:pt x="154" y="1"/>
                  </a:lnTo>
                  <a:lnTo>
                    <a:pt x="142" y="0"/>
                  </a:lnTo>
                  <a:lnTo>
                    <a:pt x="133" y="0"/>
                  </a:lnTo>
                  <a:lnTo>
                    <a:pt x="113" y="3"/>
                  </a:lnTo>
                  <a:lnTo>
                    <a:pt x="93" y="9"/>
                  </a:lnTo>
                  <a:lnTo>
                    <a:pt x="77" y="18"/>
                  </a:lnTo>
                  <a:lnTo>
                    <a:pt x="61" y="28"/>
                  </a:lnTo>
                  <a:lnTo>
                    <a:pt x="46" y="40"/>
                  </a:lnTo>
                  <a:lnTo>
                    <a:pt x="34" y="53"/>
                  </a:lnTo>
                  <a:lnTo>
                    <a:pt x="22" y="68"/>
                  </a:lnTo>
                  <a:lnTo>
                    <a:pt x="13" y="83"/>
                  </a:lnTo>
                  <a:lnTo>
                    <a:pt x="6" y="99"/>
                  </a:lnTo>
                  <a:lnTo>
                    <a:pt x="2" y="117"/>
                  </a:lnTo>
                  <a:lnTo>
                    <a:pt x="0" y="135"/>
                  </a:lnTo>
                  <a:lnTo>
                    <a:pt x="3" y="154"/>
                  </a:lnTo>
                  <a:lnTo>
                    <a:pt x="7" y="174"/>
                  </a:lnTo>
                  <a:lnTo>
                    <a:pt x="15" y="193"/>
                  </a:lnTo>
                  <a:lnTo>
                    <a:pt x="24" y="214"/>
                  </a:lnTo>
                  <a:lnTo>
                    <a:pt x="37" y="234"/>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8" name="Freeform 245">
              <a:extLst>
                <a:ext uri="{FF2B5EF4-FFF2-40B4-BE49-F238E27FC236}">
                  <a16:creationId xmlns:a16="http://schemas.microsoft.com/office/drawing/2014/main" id="{F99E19F2-A25B-4426-A694-9F3AD1C6A9BE}"/>
                </a:ext>
              </a:extLst>
            </p:cNvPr>
            <p:cNvSpPr>
              <a:spLocks/>
            </p:cNvSpPr>
            <p:nvPr/>
          </p:nvSpPr>
          <p:spPr bwMode="auto">
            <a:xfrm>
              <a:off x="2450" y="2525"/>
              <a:ext cx="7" cy="5"/>
            </a:xfrm>
            <a:custGeom>
              <a:avLst/>
              <a:gdLst>
                <a:gd name="T0" fmla="*/ 0 w 21"/>
                <a:gd name="T1" fmla="*/ 0 h 14"/>
                <a:gd name="T2" fmla="*/ 0 w 21"/>
                <a:gd name="T3" fmla="*/ 0 h 14"/>
                <a:gd name="T4" fmla="*/ 0 w 21"/>
                <a:gd name="T5" fmla="*/ 0 h 14"/>
                <a:gd name="T6" fmla="*/ 0 w 21"/>
                <a:gd name="T7" fmla="*/ 0 h 14"/>
                <a:gd name="T8" fmla="*/ 0 w 21"/>
                <a:gd name="T9" fmla="*/ 0 h 14"/>
                <a:gd name="T10" fmla="*/ 0 w 21"/>
                <a:gd name="T11" fmla="*/ 0 h 14"/>
                <a:gd name="T12" fmla="*/ 0 w 21"/>
                <a:gd name="T13" fmla="*/ 0 h 14"/>
                <a:gd name="T14" fmla="*/ 0 w 21"/>
                <a:gd name="T15" fmla="*/ 0 h 14"/>
                <a:gd name="T16" fmla="*/ 0 w 21"/>
                <a:gd name="T17" fmla="*/ 0 h 14"/>
                <a:gd name="T18" fmla="*/ 0 w 21"/>
                <a:gd name="T19" fmla="*/ 0 h 14"/>
                <a:gd name="T20" fmla="*/ 0 w 21"/>
                <a:gd name="T21" fmla="*/ 0 h 14"/>
                <a:gd name="T22" fmla="*/ 0 w 21"/>
                <a:gd name="T23" fmla="*/ 0 h 14"/>
                <a:gd name="T24" fmla="*/ 0 w 21"/>
                <a:gd name="T25" fmla="*/ 0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
                <a:gd name="T40" fmla="*/ 0 h 14"/>
                <a:gd name="T41" fmla="*/ 21 w 21"/>
                <a:gd name="T42" fmla="*/ 14 h 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 h="14">
                  <a:moveTo>
                    <a:pt x="21" y="2"/>
                  </a:moveTo>
                  <a:lnTo>
                    <a:pt x="21" y="2"/>
                  </a:lnTo>
                  <a:lnTo>
                    <a:pt x="13" y="0"/>
                  </a:lnTo>
                  <a:lnTo>
                    <a:pt x="6" y="2"/>
                  </a:lnTo>
                  <a:lnTo>
                    <a:pt x="5" y="4"/>
                  </a:lnTo>
                  <a:lnTo>
                    <a:pt x="0" y="2"/>
                  </a:lnTo>
                  <a:lnTo>
                    <a:pt x="0" y="14"/>
                  </a:lnTo>
                  <a:lnTo>
                    <a:pt x="5" y="13"/>
                  </a:lnTo>
                  <a:lnTo>
                    <a:pt x="9" y="11"/>
                  </a:lnTo>
                  <a:lnTo>
                    <a:pt x="13" y="11"/>
                  </a:lnTo>
                  <a:lnTo>
                    <a:pt x="18" y="11"/>
                  </a:lnTo>
                  <a:lnTo>
                    <a:pt x="21" y="2"/>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19" name="Freeform 246">
              <a:extLst>
                <a:ext uri="{FF2B5EF4-FFF2-40B4-BE49-F238E27FC236}">
                  <a16:creationId xmlns:a16="http://schemas.microsoft.com/office/drawing/2014/main" id="{0CD756BB-9D26-4BE4-AC90-EEB2DE06B993}"/>
                </a:ext>
              </a:extLst>
            </p:cNvPr>
            <p:cNvSpPr>
              <a:spLocks/>
            </p:cNvSpPr>
            <p:nvPr/>
          </p:nvSpPr>
          <p:spPr bwMode="auto">
            <a:xfrm>
              <a:off x="2456" y="2520"/>
              <a:ext cx="18" cy="10"/>
            </a:xfrm>
            <a:custGeom>
              <a:avLst/>
              <a:gdLst>
                <a:gd name="T0" fmla="*/ 0 w 55"/>
                <a:gd name="T1" fmla="*/ 0 h 29"/>
                <a:gd name="T2" fmla="*/ 0 w 55"/>
                <a:gd name="T3" fmla="*/ 0 h 29"/>
                <a:gd name="T4" fmla="*/ 0 w 55"/>
                <a:gd name="T5" fmla="*/ 0 h 29"/>
                <a:gd name="T6" fmla="*/ 0 w 55"/>
                <a:gd name="T7" fmla="*/ 0 h 29"/>
                <a:gd name="T8" fmla="*/ 0 w 55"/>
                <a:gd name="T9" fmla="*/ 0 h 29"/>
                <a:gd name="T10" fmla="*/ 0 w 55"/>
                <a:gd name="T11" fmla="*/ 0 h 29"/>
                <a:gd name="T12" fmla="*/ 0 w 55"/>
                <a:gd name="T13" fmla="*/ 0 h 29"/>
                <a:gd name="T14" fmla="*/ 0 w 55"/>
                <a:gd name="T15" fmla="*/ 0 h 29"/>
                <a:gd name="T16" fmla="*/ 0 w 55"/>
                <a:gd name="T17" fmla="*/ 0 h 29"/>
                <a:gd name="T18" fmla="*/ 0 w 55"/>
                <a:gd name="T19" fmla="*/ 0 h 29"/>
                <a:gd name="T20" fmla="*/ 0 w 55"/>
                <a:gd name="T21" fmla="*/ 0 h 29"/>
                <a:gd name="T22" fmla="*/ 0 w 55"/>
                <a:gd name="T23" fmla="*/ 0 h 29"/>
                <a:gd name="T24" fmla="*/ 0 w 55"/>
                <a:gd name="T25" fmla="*/ 0 h 29"/>
                <a:gd name="T26" fmla="*/ 0 w 55"/>
                <a:gd name="T27" fmla="*/ 0 h 29"/>
                <a:gd name="T28" fmla="*/ 0 w 55"/>
                <a:gd name="T29" fmla="*/ 0 h 29"/>
                <a:gd name="T30" fmla="*/ 0 w 55"/>
                <a:gd name="T31" fmla="*/ 0 h 29"/>
                <a:gd name="T32" fmla="*/ 0 w 55"/>
                <a:gd name="T33" fmla="*/ 0 h 29"/>
                <a:gd name="T34" fmla="*/ 0 w 55"/>
                <a:gd name="T35" fmla="*/ 0 h 29"/>
                <a:gd name="T36" fmla="*/ 0 w 55"/>
                <a:gd name="T37" fmla="*/ 0 h 29"/>
                <a:gd name="T38" fmla="*/ 0 w 55"/>
                <a:gd name="T39" fmla="*/ 0 h 29"/>
                <a:gd name="T40" fmla="*/ 0 w 55"/>
                <a:gd name="T41" fmla="*/ 0 h 29"/>
                <a:gd name="T42" fmla="*/ 0 w 55"/>
                <a:gd name="T43" fmla="*/ 0 h 29"/>
                <a:gd name="T44" fmla="*/ 0 w 55"/>
                <a:gd name="T45" fmla="*/ 0 h 29"/>
                <a:gd name="T46" fmla="*/ 0 w 55"/>
                <a:gd name="T47" fmla="*/ 0 h 29"/>
                <a:gd name="T48" fmla="*/ 0 w 55"/>
                <a:gd name="T49" fmla="*/ 0 h 29"/>
                <a:gd name="T50" fmla="*/ 0 w 55"/>
                <a:gd name="T51" fmla="*/ 0 h 2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5"/>
                <a:gd name="T79" fmla="*/ 0 h 29"/>
                <a:gd name="T80" fmla="*/ 55 w 55"/>
                <a:gd name="T81" fmla="*/ 29 h 2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5" h="29">
                  <a:moveTo>
                    <a:pt x="47" y="7"/>
                  </a:moveTo>
                  <a:lnTo>
                    <a:pt x="49" y="0"/>
                  </a:lnTo>
                  <a:lnTo>
                    <a:pt x="38" y="4"/>
                  </a:lnTo>
                  <a:lnTo>
                    <a:pt x="30" y="9"/>
                  </a:lnTo>
                  <a:lnTo>
                    <a:pt x="24" y="13"/>
                  </a:lnTo>
                  <a:lnTo>
                    <a:pt x="19" y="16"/>
                  </a:lnTo>
                  <a:lnTo>
                    <a:pt x="16" y="19"/>
                  </a:lnTo>
                  <a:lnTo>
                    <a:pt x="13" y="17"/>
                  </a:lnTo>
                  <a:lnTo>
                    <a:pt x="9" y="19"/>
                  </a:lnTo>
                  <a:lnTo>
                    <a:pt x="3" y="17"/>
                  </a:lnTo>
                  <a:lnTo>
                    <a:pt x="0" y="26"/>
                  </a:lnTo>
                  <a:lnTo>
                    <a:pt x="9" y="28"/>
                  </a:lnTo>
                  <a:lnTo>
                    <a:pt x="13" y="29"/>
                  </a:lnTo>
                  <a:lnTo>
                    <a:pt x="19" y="28"/>
                  </a:lnTo>
                  <a:lnTo>
                    <a:pt x="25" y="25"/>
                  </a:lnTo>
                  <a:lnTo>
                    <a:pt x="30" y="22"/>
                  </a:lnTo>
                  <a:lnTo>
                    <a:pt x="35" y="17"/>
                  </a:lnTo>
                  <a:lnTo>
                    <a:pt x="41" y="13"/>
                  </a:lnTo>
                  <a:lnTo>
                    <a:pt x="52" y="9"/>
                  </a:lnTo>
                  <a:lnTo>
                    <a:pt x="53" y="1"/>
                  </a:lnTo>
                  <a:lnTo>
                    <a:pt x="52" y="9"/>
                  </a:lnTo>
                  <a:lnTo>
                    <a:pt x="55" y="6"/>
                  </a:lnTo>
                  <a:lnTo>
                    <a:pt x="55" y="3"/>
                  </a:lnTo>
                  <a:lnTo>
                    <a:pt x="53" y="0"/>
                  </a:lnTo>
                  <a:lnTo>
                    <a:pt x="49" y="0"/>
                  </a:lnTo>
                  <a:lnTo>
                    <a:pt x="47" y="7"/>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0" name="Freeform 247">
              <a:extLst>
                <a:ext uri="{FF2B5EF4-FFF2-40B4-BE49-F238E27FC236}">
                  <a16:creationId xmlns:a16="http://schemas.microsoft.com/office/drawing/2014/main" id="{FC8B7993-1450-44B8-8A74-70A936E0EBD6}"/>
                </a:ext>
              </a:extLst>
            </p:cNvPr>
            <p:cNvSpPr>
              <a:spLocks/>
            </p:cNvSpPr>
            <p:nvPr/>
          </p:nvSpPr>
          <p:spPr bwMode="auto">
            <a:xfrm>
              <a:off x="2465" y="2497"/>
              <a:ext cx="11" cy="26"/>
            </a:xfrm>
            <a:custGeom>
              <a:avLst/>
              <a:gdLst>
                <a:gd name="T0" fmla="*/ 0 w 34"/>
                <a:gd name="T1" fmla="*/ 0 h 76"/>
                <a:gd name="T2" fmla="*/ 0 w 34"/>
                <a:gd name="T3" fmla="*/ 0 h 76"/>
                <a:gd name="T4" fmla="*/ 0 w 34"/>
                <a:gd name="T5" fmla="*/ 0 h 76"/>
                <a:gd name="T6" fmla="*/ 0 w 34"/>
                <a:gd name="T7" fmla="*/ 0 h 76"/>
                <a:gd name="T8" fmla="*/ 0 w 34"/>
                <a:gd name="T9" fmla="*/ 0 h 76"/>
                <a:gd name="T10" fmla="*/ 0 w 34"/>
                <a:gd name="T11" fmla="*/ 0 h 76"/>
                <a:gd name="T12" fmla="*/ 0 w 34"/>
                <a:gd name="T13" fmla="*/ 0 h 76"/>
                <a:gd name="T14" fmla="*/ 0 w 34"/>
                <a:gd name="T15" fmla="*/ 0 h 76"/>
                <a:gd name="T16" fmla="*/ 0 w 34"/>
                <a:gd name="T17" fmla="*/ 0 h 76"/>
                <a:gd name="T18" fmla="*/ 0 w 34"/>
                <a:gd name="T19" fmla="*/ 0 h 76"/>
                <a:gd name="T20" fmla="*/ 0 w 34"/>
                <a:gd name="T21" fmla="*/ 0 h 76"/>
                <a:gd name="T22" fmla="*/ 0 w 34"/>
                <a:gd name="T23" fmla="*/ 0 h 76"/>
                <a:gd name="T24" fmla="*/ 0 w 34"/>
                <a:gd name="T25" fmla="*/ 0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76"/>
                <a:gd name="T41" fmla="*/ 34 w 34"/>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76">
                  <a:moveTo>
                    <a:pt x="34" y="0"/>
                  </a:moveTo>
                  <a:lnTo>
                    <a:pt x="34" y="0"/>
                  </a:lnTo>
                  <a:lnTo>
                    <a:pt x="9" y="5"/>
                  </a:lnTo>
                  <a:lnTo>
                    <a:pt x="0" y="29"/>
                  </a:lnTo>
                  <a:lnTo>
                    <a:pt x="6" y="55"/>
                  </a:lnTo>
                  <a:lnTo>
                    <a:pt x="19" y="76"/>
                  </a:lnTo>
                  <a:lnTo>
                    <a:pt x="25" y="70"/>
                  </a:lnTo>
                  <a:lnTo>
                    <a:pt x="15" y="52"/>
                  </a:lnTo>
                  <a:lnTo>
                    <a:pt x="12" y="29"/>
                  </a:lnTo>
                  <a:lnTo>
                    <a:pt x="15" y="14"/>
                  </a:lnTo>
                  <a:lnTo>
                    <a:pt x="34" y="9"/>
                  </a:lnTo>
                  <a:lnTo>
                    <a:pt x="34"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1" name="Freeform 248">
              <a:extLst>
                <a:ext uri="{FF2B5EF4-FFF2-40B4-BE49-F238E27FC236}">
                  <a16:creationId xmlns:a16="http://schemas.microsoft.com/office/drawing/2014/main" id="{82B1B7DC-193F-47CB-AFB2-7B93FEF5315A}"/>
                </a:ext>
              </a:extLst>
            </p:cNvPr>
            <p:cNvSpPr>
              <a:spLocks/>
            </p:cNvSpPr>
            <p:nvPr/>
          </p:nvSpPr>
          <p:spPr bwMode="auto">
            <a:xfrm>
              <a:off x="2476" y="2483"/>
              <a:ext cx="9" cy="17"/>
            </a:xfrm>
            <a:custGeom>
              <a:avLst/>
              <a:gdLst>
                <a:gd name="T0" fmla="*/ 0 w 25"/>
                <a:gd name="T1" fmla="*/ 0 h 53"/>
                <a:gd name="T2" fmla="*/ 0 w 25"/>
                <a:gd name="T3" fmla="*/ 0 h 53"/>
                <a:gd name="T4" fmla="*/ 0 w 25"/>
                <a:gd name="T5" fmla="*/ 0 h 53"/>
                <a:gd name="T6" fmla="*/ 0 w 25"/>
                <a:gd name="T7" fmla="*/ 0 h 53"/>
                <a:gd name="T8" fmla="*/ 0 w 25"/>
                <a:gd name="T9" fmla="*/ 0 h 53"/>
                <a:gd name="T10" fmla="*/ 0 w 25"/>
                <a:gd name="T11" fmla="*/ 0 h 53"/>
                <a:gd name="T12" fmla="*/ 0 w 25"/>
                <a:gd name="T13" fmla="*/ 0 h 53"/>
                <a:gd name="T14" fmla="*/ 0 w 25"/>
                <a:gd name="T15" fmla="*/ 0 h 53"/>
                <a:gd name="T16" fmla="*/ 0 w 25"/>
                <a:gd name="T17" fmla="*/ 0 h 53"/>
                <a:gd name="T18" fmla="*/ 0 w 25"/>
                <a:gd name="T19" fmla="*/ 0 h 53"/>
                <a:gd name="T20" fmla="*/ 0 w 25"/>
                <a:gd name="T21" fmla="*/ 0 h 53"/>
                <a:gd name="T22" fmla="*/ 0 w 25"/>
                <a:gd name="T23" fmla="*/ 0 h 53"/>
                <a:gd name="T24" fmla="*/ 0 w 25"/>
                <a:gd name="T25" fmla="*/ 0 h 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53"/>
                <a:gd name="T41" fmla="*/ 25 w 25"/>
                <a:gd name="T42" fmla="*/ 53 h 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53">
                  <a:moveTo>
                    <a:pt x="9" y="0"/>
                  </a:moveTo>
                  <a:lnTo>
                    <a:pt x="10" y="0"/>
                  </a:lnTo>
                  <a:lnTo>
                    <a:pt x="12" y="19"/>
                  </a:lnTo>
                  <a:lnTo>
                    <a:pt x="13" y="36"/>
                  </a:lnTo>
                  <a:lnTo>
                    <a:pt x="13" y="43"/>
                  </a:lnTo>
                  <a:lnTo>
                    <a:pt x="0" y="44"/>
                  </a:lnTo>
                  <a:lnTo>
                    <a:pt x="0" y="53"/>
                  </a:lnTo>
                  <a:lnTo>
                    <a:pt x="19" y="52"/>
                  </a:lnTo>
                  <a:lnTo>
                    <a:pt x="25" y="36"/>
                  </a:lnTo>
                  <a:lnTo>
                    <a:pt x="21" y="19"/>
                  </a:lnTo>
                  <a:lnTo>
                    <a:pt x="19" y="0"/>
                  </a:lnTo>
                  <a:lnTo>
                    <a:pt x="21" y="0"/>
                  </a:lnTo>
                  <a:lnTo>
                    <a:pt x="9"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2" name="Freeform 249">
              <a:extLst>
                <a:ext uri="{FF2B5EF4-FFF2-40B4-BE49-F238E27FC236}">
                  <a16:creationId xmlns:a16="http://schemas.microsoft.com/office/drawing/2014/main" id="{13773B5B-628B-4391-9625-91488972F81E}"/>
                </a:ext>
              </a:extLst>
            </p:cNvPr>
            <p:cNvSpPr>
              <a:spLocks/>
            </p:cNvSpPr>
            <p:nvPr/>
          </p:nvSpPr>
          <p:spPr bwMode="auto">
            <a:xfrm>
              <a:off x="2479" y="2468"/>
              <a:ext cx="32" cy="15"/>
            </a:xfrm>
            <a:custGeom>
              <a:avLst/>
              <a:gdLst>
                <a:gd name="T0" fmla="*/ 0 w 96"/>
                <a:gd name="T1" fmla="*/ 0 h 43"/>
                <a:gd name="T2" fmla="*/ 0 w 96"/>
                <a:gd name="T3" fmla="*/ 0 h 43"/>
                <a:gd name="T4" fmla="*/ 0 w 96"/>
                <a:gd name="T5" fmla="*/ 0 h 43"/>
                <a:gd name="T6" fmla="*/ 0 w 96"/>
                <a:gd name="T7" fmla="*/ 0 h 43"/>
                <a:gd name="T8" fmla="*/ 0 w 96"/>
                <a:gd name="T9" fmla="*/ 0 h 43"/>
                <a:gd name="T10" fmla="*/ 0 w 96"/>
                <a:gd name="T11" fmla="*/ 0 h 43"/>
                <a:gd name="T12" fmla="*/ 0 w 96"/>
                <a:gd name="T13" fmla="*/ 0 h 43"/>
                <a:gd name="T14" fmla="*/ 0 w 96"/>
                <a:gd name="T15" fmla="*/ 0 h 43"/>
                <a:gd name="T16" fmla="*/ 0 w 96"/>
                <a:gd name="T17" fmla="*/ 0 h 43"/>
                <a:gd name="T18" fmla="*/ 0 w 96"/>
                <a:gd name="T19" fmla="*/ 0 h 43"/>
                <a:gd name="T20" fmla="*/ 0 w 96"/>
                <a:gd name="T21" fmla="*/ 0 h 43"/>
                <a:gd name="T22" fmla="*/ 0 w 96"/>
                <a:gd name="T23" fmla="*/ 0 h 43"/>
                <a:gd name="T24" fmla="*/ 0 w 96"/>
                <a:gd name="T25" fmla="*/ 0 h 43"/>
                <a:gd name="T26" fmla="*/ 0 w 96"/>
                <a:gd name="T27" fmla="*/ 0 h 43"/>
                <a:gd name="T28" fmla="*/ 0 w 96"/>
                <a:gd name="T29" fmla="*/ 0 h 43"/>
                <a:gd name="T30" fmla="*/ 0 w 96"/>
                <a:gd name="T31" fmla="*/ 0 h 43"/>
                <a:gd name="T32" fmla="*/ 0 w 96"/>
                <a:gd name="T33" fmla="*/ 0 h 43"/>
                <a:gd name="T34" fmla="*/ 0 w 96"/>
                <a:gd name="T35" fmla="*/ 0 h 43"/>
                <a:gd name="T36" fmla="*/ 0 w 96"/>
                <a:gd name="T37" fmla="*/ 0 h 43"/>
                <a:gd name="T38" fmla="*/ 0 w 96"/>
                <a:gd name="T39" fmla="*/ 0 h 43"/>
                <a:gd name="T40" fmla="*/ 0 w 96"/>
                <a:gd name="T41" fmla="*/ 0 h 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43"/>
                <a:gd name="T65" fmla="*/ 96 w 96"/>
                <a:gd name="T66" fmla="*/ 43 h 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43">
                  <a:moveTo>
                    <a:pt x="84" y="1"/>
                  </a:moveTo>
                  <a:lnTo>
                    <a:pt x="86" y="0"/>
                  </a:lnTo>
                  <a:lnTo>
                    <a:pt x="80" y="4"/>
                  </a:lnTo>
                  <a:lnTo>
                    <a:pt x="70" y="10"/>
                  </a:lnTo>
                  <a:lnTo>
                    <a:pt x="56" y="15"/>
                  </a:lnTo>
                  <a:lnTo>
                    <a:pt x="43" y="18"/>
                  </a:lnTo>
                  <a:lnTo>
                    <a:pt x="28" y="21"/>
                  </a:lnTo>
                  <a:lnTo>
                    <a:pt x="16" y="25"/>
                  </a:lnTo>
                  <a:lnTo>
                    <a:pt x="6" y="33"/>
                  </a:lnTo>
                  <a:lnTo>
                    <a:pt x="0" y="43"/>
                  </a:lnTo>
                  <a:lnTo>
                    <a:pt x="12" y="43"/>
                  </a:lnTo>
                  <a:lnTo>
                    <a:pt x="12" y="38"/>
                  </a:lnTo>
                  <a:lnTo>
                    <a:pt x="19" y="34"/>
                  </a:lnTo>
                  <a:lnTo>
                    <a:pt x="31" y="30"/>
                  </a:lnTo>
                  <a:lnTo>
                    <a:pt x="43" y="27"/>
                  </a:lnTo>
                  <a:lnTo>
                    <a:pt x="59" y="24"/>
                  </a:lnTo>
                  <a:lnTo>
                    <a:pt x="73" y="19"/>
                  </a:lnTo>
                  <a:lnTo>
                    <a:pt x="86" y="13"/>
                  </a:lnTo>
                  <a:lnTo>
                    <a:pt x="95" y="3"/>
                  </a:lnTo>
                  <a:lnTo>
                    <a:pt x="96" y="1"/>
                  </a:lnTo>
                  <a:lnTo>
                    <a:pt x="84" y="1"/>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3" name="Freeform 250">
              <a:extLst>
                <a:ext uri="{FF2B5EF4-FFF2-40B4-BE49-F238E27FC236}">
                  <a16:creationId xmlns:a16="http://schemas.microsoft.com/office/drawing/2014/main" id="{04A89554-AA85-4A05-AD61-CB3BB7030BF4}"/>
                </a:ext>
              </a:extLst>
            </p:cNvPr>
            <p:cNvSpPr>
              <a:spLocks/>
            </p:cNvSpPr>
            <p:nvPr/>
          </p:nvSpPr>
          <p:spPr bwMode="auto">
            <a:xfrm>
              <a:off x="2507" y="2466"/>
              <a:ext cx="4" cy="3"/>
            </a:xfrm>
            <a:custGeom>
              <a:avLst/>
              <a:gdLst>
                <a:gd name="T0" fmla="*/ 0 w 12"/>
                <a:gd name="T1" fmla="*/ 0 h 7"/>
                <a:gd name="T2" fmla="*/ 0 w 12"/>
                <a:gd name="T3" fmla="*/ 0 h 7"/>
                <a:gd name="T4" fmla="*/ 0 w 12"/>
                <a:gd name="T5" fmla="*/ 0 h 7"/>
                <a:gd name="T6" fmla="*/ 0 w 12"/>
                <a:gd name="T7" fmla="*/ 0 h 7"/>
                <a:gd name="T8" fmla="*/ 0 w 12"/>
                <a:gd name="T9" fmla="*/ 0 h 7"/>
                <a:gd name="T10" fmla="*/ 0 w 12"/>
                <a:gd name="T11" fmla="*/ 0 h 7"/>
                <a:gd name="T12" fmla="*/ 0 w 12"/>
                <a:gd name="T13" fmla="*/ 0 h 7"/>
                <a:gd name="T14" fmla="*/ 0 w 12"/>
                <a:gd name="T15" fmla="*/ 0 h 7"/>
                <a:gd name="T16" fmla="*/ 0 w 12"/>
                <a:gd name="T17" fmla="*/ 0 h 7"/>
                <a:gd name="T18" fmla="*/ 0 w 12"/>
                <a:gd name="T19" fmla="*/ 0 h 7"/>
                <a:gd name="T20" fmla="*/ 0 w 12"/>
                <a:gd name="T21" fmla="*/ 0 h 7"/>
                <a:gd name="T22" fmla="*/ 0 w 12"/>
                <a:gd name="T23" fmla="*/ 0 h 7"/>
                <a:gd name="T24" fmla="*/ 0 w 12"/>
                <a:gd name="T25" fmla="*/ 0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
                <a:gd name="T40" fmla="*/ 0 h 7"/>
                <a:gd name="T41" fmla="*/ 12 w 12"/>
                <a:gd name="T42" fmla="*/ 7 h 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 h="7">
                  <a:moveTo>
                    <a:pt x="3" y="3"/>
                  </a:moveTo>
                  <a:lnTo>
                    <a:pt x="5" y="0"/>
                  </a:lnTo>
                  <a:lnTo>
                    <a:pt x="3" y="1"/>
                  </a:lnTo>
                  <a:lnTo>
                    <a:pt x="0" y="4"/>
                  </a:lnTo>
                  <a:lnTo>
                    <a:pt x="0" y="6"/>
                  </a:lnTo>
                  <a:lnTo>
                    <a:pt x="0" y="7"/>
                  </a:lnTo>
                  <a:lnTo>
                    <a:pt x="12" y="7"/>
                  </a:lnTo>
                  <a:lnTo>
                    <a:pt x="12" y="6"/>
                  </a:lnTo>
                  <a:lnTo>
                    <a:pt x="12" y="4"/>
                  </a:lnTo>
                  <a:lnTo>
                    <a:pt x="9" y="7"/>
                  </a:lnTo>
                  <a:lnTo>
                    <a:pt x="11" y="6"/>
                  </a:lnTo>
                  <a:lnTo>
                    <a:pt x="12" y="3"/>
                  </a:lnTo>
                  <a:lnTo>
                    <a:pt x="3" y="3"/>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4" name="Freeform 251">
              <a:extLst>
                <a:ext uri="{FF2B5EF4-FFF2-40B4-BE49-F238E27FC236}">
                  <a16:creationId xmlns:a16="http://schemas.microsoft.com/office/drawing/2014/main" id="{95D6F123-AC6F-40CD-8E8F-4C28866263E9}"/>
                </a:ext>
              </a:extLst>
            </p:cNvPr>
            <p:cNvSpPr>
              <a:spLocks/>
            </p:cNvSpPr>
            <p:nvPr/>
          </p:nvSpPr>
          <p:spPr bwMode="auto">
            <a:xfrm>
              <a:off x="2508" y="2458"/>
              <a:ext cx="4" cy="9"/>
            </a:xfrm>
            <a:custGeom>
              <a:avLst/>
              <a:gdLst>
                <a:gd name="T0" fmla="*/ 0 w 12"/>
                <a:gd name="T1" fmla="*/ 0 h 28"/>
                <a:gd name="T2" fmla="*/ 0 w 12"/>
                <a:gd name="T3" fmla="*/ 0 h 28"/>
                <a:gd name="T4" fmla="*/ 0 w 12"/>
                <a:gd name="T5" fmla="*/ 0 h 28"/>
                <a:gd name="T6" fmla="*/ 0 w 12"/>
                <a:gd name="T7" fmla="*/ 0 h 28"/>
                <a:gd name="T8" fmla="*/ 0 w 12"/>
                <a:gd name="T9" fmla="*/ 0 h 28"/>
                <a:gd name="T10" fmla="*/ 0 w 12"/>
                <a:gd name="T11" fmla="*/ 0 h 28"/>
                <a:gd name="T12" fmla="*/ 0 w 12"/>
                <a:gd name="T13" fmla="*/ 0 h 28"/>
                <a:gd name="T14" fmla="*/ 0 w 12"/>
                <a:gd name="T15" fmla="*/ 0 h 28"/>
                <a:gd name="T16" fmla="*/ 0 w 12"/>
                <a:gd name="T17" fmla="*/ 0 h 28"/>
                <a:gd name="T18" fmla="*/ 0 w 12"/>
                <a:gd name="T19" fmla="*/ 0 h 28"/>
                <a:gd name="T20" fmla="*/ 0 w 12"/>
                <a:gd name="T21" fmla="*/ 0 h 28"/>
                <a:gd name="T22" fmla="*/ 0 w 12"/>
                <a:gd name="T23" fmla="*/ 0 h 28"/>
                <a:gd name="T24" fmla="*/ 0 w 12"/>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
                <a:gd name="T40" fmla="*/ 0 h 28"/>
                <a:gd name="T41" fmla="*/ 12 w 12"/>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 h="28">
                  <a:moveTo>
                    <a:pt x="0" y="0"/>
                  </a:moveTo>
                  <a:lnTo>
                    <a:pt x="0" y="0"/>
                  </a:lnTo>
                  <a:lnTo>
                    <a:pt x="2" y="7"/>
                  </a:lnTo>
                  <a:lnTo>
                    <a:pt x="0" y="13"/>
                  </a:lnTo>
                  <a:lnTo>
                    <a:pt x="2" y="21"/>
                  </a:lnTo>
                  <a:lnTo>
                    <a:pt x="0" y="28"/>
                  </a:lnTo>
                  <a:lnTo>
                    <a:pt x="9" y="28"/>
                  </a:lnTo>
                  <a:lnTo>
                    <a:pt x="11" y="21"/>
                  </a:lnTo>
                  <a:lnTo>
                    <a:pt x="12" y="13"/>
                  </a:lnTo>
                  <a:lnTo>
                    <a:pt x="11" y="7"/>
                  </a:lnTo>
                  <a:lnTo>
                    <a:pt x="9" y="0"/>
                  </a:lnTo>
                  <a:lnTo>
                    <a:pt x="0" y="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5" name="Freeform 252">
              <a:extLst>
                <a:ext uri="{FF2B5EF4-FFF2-40B4-BE49-F238E27FC236}">
                  <a16:creationId xmlns:a16="http://schemas.microsoft.com/office/drawing/2014/main" id="{6E4776B9-067C-43FA-9B45-21D61641B3CD}"/>
                </a:ext>
              </a:extLst>
            </p:cNvPr>
            <p:cNvSpPr>
              <a:spLocks/>
            </p:cNvSpPr>
            <p:nvPr/>
          </p:nvSpPr>
          <p:spPr bwMode="auto">
            <a:xfrm>
              <a:off x="2482" y="2448"/>
              <a:ext cx="29" cy="10"/>
            </a:xfrm>
            <a:custGeom>
              <a:avLst/>
              <a:gdLst>
                <a:gd name="T0" fmla="*/ 0 w 89"/>
                <a:gd name="T1" fmla="*/ 0 h 30"/>
                <a:gd name="T2" fmla="*/ 0 w 89"/>
                <a:gd name="T3" fmla="*/ 0 h 30"/>
                <a:gd name="T4" fmla="*/ 0 w 89"/>
                <a:gd name="T5" fmla="*/ 0 h 30"/>
                <a:gd name="T6" fmla="*/ 0 w 89"/>
                <a:gd name="T7" fmla="*/ 0 h 30"/>
                <a:gd name="T8" fmla="*/ 0 w 89"/>
                <a:gd name="T9" fmla="*/ 0 h 30"/>
                <a:gd name="T10" fmla="*/ 0 w 89"/>
                <a:gd name="T11" fmla="*/ 0 h 30"/>
                <a:gd name="T12" fmla="*/ 0 w 89"/>
                <a:gd name="T13" fmla="*/ 0 h 30"/>
                <a:gd name="T14" fmla="*/ 0 w 89"/>
                <a:gd name="T15" fmla="*/ 0 h 30"/>
                <a:gd name="T16" fmla="*/ 0 w 89"/>
                <a:gd name="T17" fmla="*/ 0 h 30"/>
                <a:gd name="T18" fmla="*/ 0 w 89"/>
                <a:gd name="T19" fmla="*/ 0 h 30"/>
                <a:gd name="T20" fmla="*/ 0 w 89"/>
                <a:gd name="T21" fmla="*/ 0 h 30"/>
                <a:gd name="T22" fmla="*/ 0 w 89"/>
                <a:gd name="T23" fmla="*/ 0 h 30"/>
                <a:gd name="T24" fmla="*/ 0 w 89"/>
                <a:gd name="T25" fmla="*/ 0 h 30"/>
                <a:gd name="T26" fmla="*/ 0 w 89"/>
                <a:gd name="T27" fmla="*/ 0 h 30"/>
                <a:gd name="T28" fmla="*/ 0 w 89"/>
                <a:gd name="T29" fmla="*/ 0 h 30"/>
                <a:gd name="T30" fmla="*/ 0 w 89"/>
                <a:gd name="T31" fmla="*/ 0 h 30"/>
                <a:gd name="T32" fmla="*/ 0 w 89"/>
                <a:gd name="T33" fmla="*/ 0 h 30"/>
                <a:gd name="T34" fmla="*/ 0 w 89"/>
                <a:gd name="T35" fmla="*/ 0 h 30"/>
                <a:gd name="T36" fmla="*/ 0 w 89"/>
                <a:gd name="T37" fmla="*/ 0 h 30"/>
                <a:gd name="T38" fmla="*/ 0 w 89"/>
                <a:gd name="T39" fmla="*/ 0 h 30"/>
                <a:gd name="T40" fmla="*/ 0 w 89"/>
                <a:gd name="T41" fmla="*/ 0 h 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9"/>
                <a:gd name="T64" fmla="*/ 0 h 30"/>
                <a:gd name="T65" fmla="*/ 89 w 89"/>
                <a:gd name="T66" fmla="*/ 30 h 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9" h="30">
                  <a:moveTo>
                    <a:pt x="0" y="10"/>
                  </a:moveTo>
                  <a:lnTo>
                    <a:pt x="0" y="12"/>
                  </a:lnTo>
                  <a:lnTo>
                    <a:pt x="9" y="10"/>
                  </a:lnTo>
                  <a:lnTo>
                    <a:pt x="21" y="12"/>
                  </a:lnTo>
                  <a:lnTo>
                    <a:pt x="34" y="13"/>
                  </a:lnTo>
                  <a:lnTo>
                    <a:pt x="48" y="15"/>
                  </a:lnTo>
                  <a:lnTo>
                    <a:pt x="60" y="18"/>
                  </a:lnTo>
                  <a:lnTo>
                    <a:pt x="72" y="22"/>
                  </a:lnTo>
                  <a:lnTo>
                    <a:pt x="77" y="27"/>
                  </a:lnTo>
                  <a:lnTo>
                    <a:pt x="80" y="30"/>
                  </a:lnTo>
                  <a:lnTo>
                    <a:pt x="89" y="30"/>
                  </a:lnTo>
                  <a:lnTo>
                    <a:pt x="83" y="21"/>
                  </a:lnTo>
                  <a:lnTo>
                    <a:pt x="74" y="13"/>
                  </a:lnTo>
                  <a:lnTo>
                    <a:pt x="63" y="9"/>
                  </a:lnTo>
                  <a:lnTo>
                    <a:pt x="48" y="6"/>
                  </a:lnTo>
                  <a:lnTo>
                    <a:pt x="34" y="5"/>
                  </a:lnTo>
                  <a:lnTo>
                    <a:pt x="21" y="3"/>
                  </a:lnTo>
                  <a:lnTo>
                    <a:pt x="9" y="2"/>
                  </a:lnTo>
                  <a:lnTo>
                    <a:pt x="0" y="0"/>
                  </a:lnTo>
                  <a:lnTo>
                    <a:pt x="0" y="2"/>
                  </a:lnTo>
                  <a:lnTo>
                    <a:pt x="0" y="10"/>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6" name="Freeform 253">
              <a:extLst>
                <a:ext uri="{FF2B5EF4-FFF2-40B4-BE49-F238E27FC236}">
                  <a16:creationId xmlns:a16="http://schemas.microsoft.com/office/drawing/2014/main" id="{D369E27F-875A-4A4A-A394-72E9CD0FE0DA}"/>
                </a:ext>
              </a:extLst>
            </p:cNvPr>
            <p:cNvSpPr>
              <a:spLocks/>
            </p:cNvSpPr>
            <p:nvPr/>
          </p:nvSpPr>
          <p:spPr bwMode="auto">
            <a:xfrm>
              <a:off x="2440" y="2449"/>
              <a:ext cx="42" cy="29"/>
            </a:xfrm>
            <a:custGeom>
              <a:avLst/>
              <a:gdLst>
                <a:gd name="T0" fmla="*/ 0 w 124"/>
                <a:gd name="T1" fmla="*/ 0 h 89"/>
                <a:gd name="T2" fmla="*/ 0 w 124"/>
                <a:gd name="T3" fmla="*/ 0 h 89"/>
                <a:gd name="T4" fmla="*/ 0 w 124"/>
                <a:gd name="T5" fmla="*/ 0 h 89"/>
                <a:gd name="T6" fmla="*/ 0 w 124"/>
                <a:gd name="T7" fmla="*/ 0 h 89"/>
                <a:gd name="T8" fmla="*/ 0 w 124"/>
                <a:gd name="T9" fmla="*/ 0 h 89"/>
                <a:gd name="T10" fmla="*/ 0 w 124"/>
                <a:gd name="T11" fmla="*/ 0 h 89"/>
                <a:gd name="T12" fmla="*/ 0 w 124"/>
                <a:gd name="T13" fmla="*/ 0 h 89"/>
                <a:gd name="T14" fmla="*/ 0 w 124"/>
                <a:gd name="T15" fmla="*/ 0 h 89"/>
                <a:gd name="T16" fmla="*/ 0 w 124"/>
                <a:gd name="T17" fmla="*/ 0 h 89"/>
                <a:gd name="T18" fmla="*/ 0 w 124"/>
                <a:gd name="T19" fmla="*/ 0 h 89"/>
                <a:gd name="T20" fmla="*/ 0 w 124"/>
                <a:gd name="T21" fmla="*/ 0 h 89"/>
                <a:gd name="T22" fmla="*/ 0 w 124"/>
                <a:gd name="T23" fmla="*/ 0 h 89"/>
                <a:gd name="T24" fmla="*/ 0 w 124"/>
                <a:gd name="T25" fmla="*/ 0 h 89"/>
                <a:gd name="T26" fmla="*/ 0 w 124"/>
                <a:gd name="T27" fmla="*/ 0 h 89"/>
                <a:gd name="T28" fmla="*/ 0 w 124"/>
                <a:gd name="T29" fmla="*/ 0 h 89"/>
                <a:gd name="T30" fmla="*/ 0 w 124"/>
                <a:gd name="T31" fmla="*/ 0 h 89"/>
                <a:gd name="T32" fmla="*/ 0 w 124"/>
                <a:gd name="T33" fmla="*/ 0 h 89"/>
                <a:gd name="T34" fmla="*/ 0 w 124"/>
                <a:gd name="T35" fmla="*/ 0 h 89"/>
                <a:gd name="T36" fmla="*/ 0 w 124"/>
                <a:gd name="T37" fmla="*/ 0 h 89"/>
                <a:gd name="T38" fmla="*/ 0 w 124"/>
                <a:gd name="T39" fmla="*/ 0 h 89"/>
                <a:gd name="T40" fmla="*/ 0 w 124"/>
                <a:gd name="T41" fmla="*/ 0 h 8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4"/>
                <a:gd name="T64" fmla="*/ 0 h 89"/>
                <a:gd name="T65" fmla="*/ 124 w 124"/>
                <a:gd name="T66" fmla="*/ 89 h 8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4" h="89">
                  <a:moveTo>
                    <a:pt x="9" y="89"/>
                  </a:moveTo>
                  <a:lnTo>
                    <a:pt x="9" y="89"/>
                  </a:lnTo>
                  <a:lnTo>
                    <a:pt x="18" y="75"/>
                  </a:lnTo>
                  <a:lnTo>
                    <a:pt x="30" y="60"/>
                  </a:lnTo>
                  <a:lnTo>
                    <a:pt x="40" y="47"/>
                  </a:lnTo>
                  <a:lnTo>
                    <a:pt x="55" y="37"/>
                  </a:lnTo>
                  <a:lnTo>
                    <a:pt x="71" y="26"/>
                  </a:lnTo>
                  <a:lnTo>
                    <a:pt x="86" y="17"/>
                  </a:lnTo>
                  <a:lnTo>
                    <a:pt x="104" y="11"/>
                  </a:lnTo>
                  <a:lnTo>
                    <a:pt x="124" y="8"/>
                  </a:lnTo>
                  <a:lnTo>
                    <a:pt x="124" y="0"/>
                  </a:lnTo>
                  <a:lnTo>
                    <a:pt x="104" y="3"/>
                  </a:lnTo>
                  <a:lnTo>
                    <a:pt x="83" y="8"/>
                  </a:lnTo>
                  <a:lnTo>
                    <a:pt x="65" y="17"/>
                  </a:lnTo>
                  <a:lnTo>
                    <a:pt x="49" y="28"/>
                  </a:lnTo>
                  <a:lnTo>
                    <a:pt x="34" y="41"/>
                  </a:lnTo>
                  <a:lnTo>
                    <a:pt x="21" y="54"/>
                  </a:lnTo>
                  <a:lnTo>
                    <a:pt x="9" y="69"/>
                  </a:lnTo>
                  <a:lnTo>
                    <a:pt x="0" y="86"/>
                  </a:lnTo>
                  <a:lnTo>
                    <a:pt x="9" y="89"/>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sp>
          <p:nvSpPr>
            <p:cNvPr id="127" name="Freeform 254">
              <a:extLst>
                <a:ext uri="{FF2B5EF4-FFF2-40B4-BE49-F238E27FC236}">
                  <a16:creationId xmlns:a16="http://schemas.microsoft.com/office/drawing/2014/main" id="{9760EF92-05A6-4511-9756-536EC38BE45B}"/>
                </a:ext>
              </a:extLst>
            </p:cNvPr>
            <p:cNvSpPr>
              <a:spLocks/>
            </p:cNvSpPr>
            <p:nvPr/>
          </p:nvSpPr>
          <p:spPr bwMode="auto">
            <a:xfrm>
              <a:off x="2435" y="2477"/>
              <a:ext cx="16" cy="53"/>
            </a:xfrm>
            <a:custGeom>
              <a:avLst/>
              <a:gdLst>
                <a:gd name="T0" fmla="*/ 0 w 48"/>
                <a:gd name="T1" fmla="*/ 0 h 158"/>
                <a:gd name="T2" fmla="*/ 0 w 48"/>
                <a:gd name="T3" fmla="*/ 0 h 158"/>
                <a:gd name="T4" fmla="*/ 0 w 48"/>
                <a:gd name="T5" fmla="*/ 0 h 158"/>
                <a:gd name="T6" fmla="*/ 0 w 48"/>
                <a:gd name="T7" fmla="*/ 0 h 158"/>
                <a:gd name="T8" fmla="*/ 0 w 48"/>
                <a:gd name="T9" fmla="*/ 0 h 158"/>
                <a:gd name="T10" fmla="*/ 0 w 48"/>
                <a:gd name="T11" fmla="*/ 0 h 158"/>
                <a:gd name="T12" fmla="*/ 0 w 48"/>
                <a:gd name="T13" fmla="*/ 0 h 158"/>
                <a:gd name="T14" fmla="*/ 0 w 48"/>
                <a:gd name="T15" fmla="*/ 0 h 158"/>
                <a:gd name="T16" fmla="*/ 0 w 48"/>
                <a:gd name="T17" fmla="*/ 0 h 158"/>
                <a:gd name="T18" fmla="*/ 0 w 48"/>
                <a:gd name="T19" fmla="*/ 0 h 158"/>
                <a:gd name="T20" fmla="*/ 0 w 48"/>
                <a:gd name="T21" fmla="*/ 0 h 158"/>
                <a:gd name="T22" fmla="*/ 0 w 48"/>
                <a:gd name="T23" fmla="*/ 0 h 158"/>
                <a:gd name="T24" fmla="*/ 0 w 48"/>
                <a:gd name="T25" fmla="*/ 0 h 158"/>
                <a:gd name="T26" fmla="*/ 0 w 48"/>
                <a:gd name="T27" fmla="*/ 0 h 158"/>
                <a:gd name="T28" fmla="*/ 0 w 48"/>
                <a:gd name="T29" fmla="*/ 0 h 158"/>
                <a:gd name="T30" fmla="*/ 0 w 48"/>
                <a:gd name="T31" fmla="*/ 0 h 158"/>
                <a:gd name="T32" fmla="*/ 0 w 48"/>
                <a:gd name="T33" fmla="*/ 0 h 158"/>
                <a:gd name="T34" fmla="*/ 0 w 48"/>
                <a:gd name="T35" fmla="*/ 0 h 158"/>
                <a:gd name="T36" fmla="*/ 0 w 48"/>
                <a:gd name="T37" fmla="*/ 0 h 158"/>
                <a:gd name="T38" fmla="*/ 0 w 48"/>
                <a:gd name="T39" fmla="*/ 0 h 158"/>
                <a:gd name="T40" fmla="*/ 0 w 48"/>
                <a:gd name="T41" fmla="*/ 0 h 158"/>
                <a:gd name="T42" fmla="*/ 0 w 48"/>
                <a:gd name="T43" fmla="*/ 0 h 158"/>
                <a:gd name="T44" fmla="*/ 0 w 48"/>
                <a:gd name="T45" fmla="*/ 0 h 158"/>
                <a:gd name="T46" fmla="*/ 0 w 48"/>
                <a:gd name="T47" fmla="*/ 0 h 158"/>
                <a:gd name="T48" fmla="*/ 0 w 48"/>
                <a:gd name="T49" fmla="*/ 0 h 158"/>
                <a:gd name="T50" fmla="*/ 0 w 48"/>
                <a:gd name="T51" fmla="*/ 0 h 15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8"/>
                <a:gd name="T79" fmla="*/ 0 h 158"/>
                <a:gd name="T80" fmla="*/ 48 w 48"/>
                <a:gd name="T81" fmla="*/ 158 h 15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8" h="158">
                  <a:moveTo>
                    <a:pt x="43" y="146"/>
                  </a:moveTo>
                  <a:lnTo>
                    <a:pt x="48" y="149"/>
                  </a:lnTo>
                  <a:lnTo>
                    <a:pt x="34" y="130"/>
                  </a:lnTo>
                  <a:lnTo>
                    <a:pt x="25" y="109"/>
                  </a:lnTo>
                  <a:lnTo>
                    <a:pt x="18" y="90"/>
                  </a:lnTo>
                  <a:lnTo>
                    <a:pt x="13" y="72"/>
                  </a:lnTo>
                  <a:lnTo>
                    <a:pt x="12" y="53"/>
                  </a:lnTo>
                  <a:lnTo>
                    <a:pt x="12" y="35"/>
                  </a:lnTo>
                  <a:lnTo>
                    <a:pt x="16" y="19"/>
                  </a:lnTo>
                  <a:lnTo>
                    <a:pt x="24" y="3"/>
                  </a:lnTo>
                  <a:lnTo>
                    <a:pt x="15" y="0"/>
                  </a:lnTo>
                  <a:lnTo>
                    <a:pt x="8" y="16"/>
                  </a:lnTo>
                  <a:lnTo>
                    <a:pt x="3" y="35"/>
                  </a:lnTo>
                  <a:lnTo>
                    <a:pt x="0" y="53"/>
                  </a:lnTo>
                  <a:lnTo>
                    <a:pt x="5" y="72"/>
                  </a:lnTo>
                  <a:lnTo>
                    <a:pt x="9" y="93"/>
                  </a:lnTo>
                  <a:lnTo>
                    <a:pt x="16" y="112"/>
                  </a:lnTo>
                  <a:lnTo>
                    <a:pt x="25" y="133"/>
                  </a:lnTo>
                  <a:lnTo>
                    <a:pt x="39" y="155"/>
                  </a:lnTo>
                  <a:lnTo>
                    <a:pt x="43" y="158"/>
                  </a:lnTo>
                  <a:lnTo>
                    <a:pt x="39" y="155"/>
                  </a:lnTo>
                  <a:lnTo>
                    <a:pt x="42" y="158"/>
                  </a:lnTo>
                  <a:lnTo>
                    <a:pt x="46" y="157"/>
                  </a:lnTo>
                  <a:lnTo>
                    <a:pt x="48" y="154"/>
                  </a:lnTo>
                  <a:lnTo>
                    <a:pt x="48" y="149"/>
                  </a:lnTo>
                  <a:lnTo>
                    <a:pt x="43" y="146"/>
                  </a:lnTo>
                  <a:close/>
                </a:path>
              </a:pathLst>
            </a:custGeom>
            <a:solidFill>
              <a:srgbClr val="000000"/>
            </a:solidFill>
            <a:ln w="9525">
              <a:noFill/>
              <a:round/>
              <a:headEnd/>
              <a:tailEnd/>
            </a:ln>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srgbClr val="000000"/>
                </a:solidFill>
                <a:effectLst/>
                <a:uLnTx/>
                <a:uFillTx/>
                <a:latin typeface="Arial" pitchFamily="34" charset="0"/>
              </a:endParaRPr>
            </a:p>
          </p:txBody>
        </p:sp>
      </p:grpSp>
      <p:pic>
        <p:nvPicPr>
          <p:cNvPr id="129" name="図 128" descr="人, 挿絵, 光 が含まれている画像&#10;&#10;自動的に生成された説明">
            <a:extLst>
              <a:ext uri="{FF2B5EF4-FFF2-40B4-BE49-F238E27FC236}">
                <a16:creationId xmlns:a16="http://schemas.microsoft.com/office/drawing/2014/main" id="{28DCAF20-898B-4B78-97B2-42ADA525639B}"/>
              </a:ext>
            </a:extLst>
          </p:cNvPr>
          <p:cNvPicPr>
            <a:picLocks noChangeAspect="1"/>
          </p:cNvPicPr>
          <p:nvPr/>
        </p:nvPicPr>
        <p:blipFill>
          <a:blip r:embed="rId7"/>
          <a:stretch>
            <a:fillRect/>
          </a:stretch>
        </p:blipFill>
        <p:spPr>
          <a:xfrm>
            <a:off x="4396329" y="1138869"/>
            <a:ext cx="1089212" cy="914401"/>
          </a:xfrm>
          <a:prstGeom prst="rect">
            <a:avLst/>
          </a:prstGeom>
        </p:spPr>
      </p:pic>
      <p:graphicFrame>
        <p:nvGraphicFramePr>
          <p:cNvPr id="130" name="図表 129">
            <a:extLst>
              <a:ext uri="{FF2B5EF4-FFF2-40B4-BE49-F238E27FC236}">
                <a16:creationId xmlns:a16="http://schemas.microsoft.com/office/drawing/2014/main" id="{3A1FE33A-FADD-4AB9-A099-242BFE7D12BE}"/>
              </a:ext>
            </a:extLst>
          </p:cNvPr>
          <p:cNvGraphicFramePr/>
          <p:nvPr>
            <p:extLst>
              <p:ext uri="{D42A27DB-BD31-4B8C-83A1-F6EECF244321}">
                <p14:modId xmlns:p14="http://schemas.microsoft.com/office/powerpoint/2010/main" val="3354488724"/>
              </p:ext>
            </p:extLst>
          </p:nvPr>
        </p:nvGraphicFramePr>
        <p:xfrm>
          <a:off x="4679950" y="1081377"/>
          <a:ext cx="6969125" cy="292840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132" name="コネクタ: カギ線 131">
            <a:extLst>
              <a:ext uri="{FF2B5EF4-FFF2-40B4-BE49-F238E27FC236}">
                <a16:creationId xmlns:a16="http://schemas.microsoft.com/office/drawing/2014/main" id="{AD40699C-17E2-4546-9EF0-24496D4B2462}"/>
              </a:ext>
            </a:extLst>
          </p:cNvPr>
          <p:cNvCxnSpPr/>
          <p:nvPr/>
        </p:nvCxnSpPr>
        <p:spPr>
          <a:xfrm rot="5400000">
            <a:off x="8705912" y="2476562"/>
            <a:ext cx="18926" cy="12700"/>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128" name="図 127" descr="パソコンの画面&#10;&#10;自動的に生成された説明">
            <a:extLst>
              <a:ext uri="{FF2B5EF4-FFF2-40B4-BE49-F238E27FC236}">
                <a16:creationId xmlns:a16="http://schemas.microsoft.com/office/drawing/2014/main" id="{5C41AC3E-3931-460D-83CA-750A8DEF6AEE}"/>
              </a:ext>
            </a:extLst>
          </p:cNvPr>
          <p:cNvPicPr>
            <a:picLocks noChangeAspect="1"/>
          </p:cNvPicPr>
          <p:nvPr/>
        </p:nvPicPr>
        <p:blipFill>
          <a:blip r:embed="rId13"/>
          <a:stretch>
            <a:fillRect/>
          </a:stretch>
        </p:blipFill>
        <p:spPr>
          <a:xfrm>
            <a:off x="1114633" y="3208991"/>
            <a:ext cx="5486682" cy="3035456"/>
          </a:xfrm>
          <a:prstGeom prst="rect">
            <a:avLst/>
          </a:prstGeom>
        </p:spPr>
      </p:pic>
      <p:grpSp>
        <p:nvGrpSpPr>
          <p:cNvPr id="133" name="グループ化 132">
            <a:extLst>
              <a:ext uri="{FF2B5EF4-FFF2-40B4-BE49-F238E27FC236}">
                <a16:creationId xmlns:a16="http://schemas.microsoft.com/office/drawing/2014/main" id="{16BE50C4-032B-4356-BE87-0CB62BBC871C}"/>
              </a:ext>
            </a:extLst>
          </p:cNvPr>
          <p:cNvGrpSpPr/>
          <p:nvPr/>
        </p:nvGrpSpPr>
        <p:grpSpPr>
          <a:xfrm>
            <a:off x="0" y="98881"/>
            <a:ext cx="12192000" cy="1077218"/>
            <a:chOff x="0" y="422731"/>
            <a:chExt cx="12192000" cy="1077218"/>
          </a:xfrm>
        </p:grpSpPr>
        <p:sp>
          <p:nvSpPr>
            <p:cNvPr id="134" name="テキスト ボックス 133">
              <a:extLst>
                <a:ext uri="{FF2B5EF4-FFF2-40B4-BE49-F238E27FC236}">
                  <a16:creationId xmlns:a16="http://schemas.microsoft.com/office/drawing/2014/main" id="{0A6E3A1C-3037-40B5-BCD5-2F985C938CF9}"/>
                </a:ext>
              </a:extLst>
            </p:cNvPr>
            <p:cNvSpPr txBox="1"/>
            <p:nvPr/>
          </p:nvSpPr>
          <p:spPr>
            <a:xfrm>
              <a:off x="365758" y="422731"/>
              <a:ext cx="7829550" cy="1077218"/>
            </a:xfrm>
            <a:prstGeom prst="rect">
              <a:avLst/>
            </a:prstGeom>
            <a:noFill/>
          </p:spPr>
          <p:txBody>
            <a:bodyPr wrap="square" rtlCol="0">
              <a:spAutoFit/>
            </a:bodyPr>
            <a:lstStyle/>
            <a:p>
              <a:r>
                <a:rPr kumimoji="1" lang="en-US" altLang="ja-JP" sz="3600" dirty="0"/>
                <a:t>As is</a:t>
              </a:r>
            </a:p>
            <a:p>
              <a:r>
                <a:rPr lang="en-US" altLang="ja-JP" sz="2800" dirty="0"/>
                <a:t>Monthly Advanced survey</a:t>
              </a:r>
              <a:endParaRPr kumimoji="1" lang="ja-JP" altLang="en-US" sz="3600" dirty="0"/>
            </a:p>
          </p:txBody>
        </p:sp>
        <p:cxnSp>
          <p:nvCxnSpPr>
            <p:cNvPr id="135" name="直線コネクタ 134">
              <a:extLst>
                <a:ext uri="{FF2B5EF4-FFF2-40B4-BE49-F238E27FC236}">
                  <a16:creationId xmlns:a16="http://schemas.microsoft.com/office/drawing/2014/main" id="{293BE0D3-15B4-4D9D-94E1-F189F74D0627}"/>
                </a:ext>
              </a:extLst>
            </p:cNvPr>
            <p:cNvCxnSpPr>
              <a:cxnSpLocks/>
            </p:cNvCxnSpPr>
            <p:nvPr/>
          </p:nvCxnSpPr>
          <p:spPr>
            <a:xfrm>
              <a:off x="0" y="1011555"/>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6419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vert="horz" lIns="91440" tIns="45720" rIns="91440" bIns="45720" rtlCol="0" anchor="ctr">
            <a:normAutofit/>
          </a:bodyPr>
          <a:lstStyle/>
          <a:p>
            <a:pPr>
              <a:spcAft>
                <a:spcPts val="600"/>
              </a:spcAft>
            </a:pPr>
            <a:fld id="{B58DE5F1-E0F9-4CCA-92B7-7A6FC4DFEE14}" type="slidenum">
              <a:rPr lang="en-US" kern="1200" dirty="0">
                <a:solidFill>
                  <a:schemeClr val="tx1"/>
                </a:solidFill>
                <a:latin typeface="+mn-lt"/>
                <a:ea typeface="+mn-ea"/>
                <a:cs typeface="+mn-cs"/>
              </a:rPr>
              <a:pPr>
                <a:spcAft>
                  <a:spcPts val="600"/>
                </a:spcAft>
              </a:pPr>
              <a:t>6</a:t>
            </a:fld>
            <a:endParaRPr lang="en-US" kern="1200" dirty="0">
              <a:solidFill>
                <a:schemeClr val="tx1"/>
              </a:solidFill>
              <a:latin typeface="+mn-lt"/>
              <a:ea typeface="+mn-ea"/>
              <a:cs typeface="+mn-cs"/>
            </a:endParaRPr>
          </a:p>
        </p:txBody>
      </p:sp>
      <p:cxnSp>
        <p:nvCxnSpPr>
          <p:cNvPr id="132" name="コネクタ: カギ線 131">
            <a:extLst>
              <a:ext uri="{FF2B5EF4-FFF2-40B4-BE49-F238E27FC236}">
                <a16:creationId xmlns:a16="http://schemas.microsoft.com/office/drawing/2014/main" id="{AD40699C-17E2-4546-9EF0-24496D4B2462}"/>
              </a:ext>
            </a:extLst>
          </p:cNvPr>
          <p:cNvCxnSpPr/>
          <p:nvPr/>
        </p:nvCxnSpPr>
        <p:spPr>
          <a:xfrm rot="5400000">
            <a:off x="8705912" y="2476562"/>
            <a:ext cx="18926" cy="12700"/>
          </a:xfrm>
          <a:prstGeom prst="bentConnector3">
            <a:avLst/>
          </a:prstGeom>
        </p:spPr>
        <p:style>
          <a:lnRef idx="1">
            <a:schemeClr val="accent1"/>
          </a:lnRef>
          <a:fillRef idx="0">
            <a:schemeClr val="accent1"/>
          </a:fillRef>
          <a:effectRef idx="0">
            <a:schemeClr val="accent1"/>
          </a:effectRef>
          <a:fontRef idx="minor">
            <a:schemeClr val="tx1"/>
          </a:fontRef>
        </p:style>
      </p:cxnSp>
      <p:graphicFrame>
        <p:nvGraphicFramePr>
          <p:cNvPr id="131" name="図表 130">
            <a:extLst>
              <a:ext uri="{FF2B5EF4-FFF2-40B4-BE49-F238E27FC236}">
                <a16:creationId xmlns:a16="http://schemas.microsoft.com/office/drawing/2014/main" id="{F0BB73AB-06BF-4DB5-B4AA-3F87D3062EC5}"/>
              </a:ext>
            </a:extLst>
          </p:cNvPr>
          <p:cNvGraphicFramePr/>
          <p:nvPr>
            <p:extLst>
              <p:ext uri="{D42A27DB-BD31-4B8C-83A1-F6EECF244321}">
                <p14:modId xmlns:p14="http://schemas.microsoft.com/office/powerpoint/2010/main" val="2132310757"/>
              </p:ext>
            </p:extLst>
          </p:nvPr>
        </p:nvGraphicFramePr>
        <p:xfrm>
          <a:off x="914400" y="1844768"/>
          <a:ext cx="10363200" cy="3029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8" name="グループ化 17">
            <a:extLst>
              <a:ext uri="{FF2B5EF4-FFF2-40B4-BE49-F238E27FC236}">
                <a16:creationId xmlns:a16="http://schemas.microsoft.com/office/drawing/2014/main" id="{5FB916B3-C514-4B8F-8702-9FE7B18DA140}"/>
              </a:ext>
            </a:extLst>
          </p:cNvPr>
          <p:cNvGrpSpPr/>
          <p:nvPr/>
        </p:nvGrpSpPr>
        <p:grpSpPr>
          <a:xfrm>
            <a:off x="913774" y="5016459"/>
            <a:ext cx="10363826" cy="1364803"/>
            <a:chOff x="-626" y="1100872"/>
            <a:chExt cx="10363826" cy="1364803"/>
          </a:xfrm>
        </p:grpSpPr>
        <p:sp>
          <p:nvSpPr>
            <p:cNvPr id="19" name="正方形/長方形 18">
              <a:extLst>
                <a:ext uri="{FF2B5EF4-FFF2-40B4-BE49-F238E27FC236}">
                  <a16:creationId xmlns:a16="http://schemas.microsoft.com/office/drawing/2014/main" id="{E7EAC0A1-245D-48DA-97BF-DB5EEC27C7D7}"/>
                </a:ext>
              </a:extLst>
            </p:cNvPr>
            <p:cNvSpPr/>
            <p:nvPr/>
          </p:nvSpPr>
          <p:spPr>
            <a:xfrm>
              <a:off x="0" y="1645955"/>
              <a:ext cx="10363200" cy="81972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0" name="テキスト ボックス 19">
              <a:extLst>
                <a:ext uri="{FF2B5EF4-FFF2-40B4-BE49-F238E27FC236}">
                  <a16:creationId xmlns:a16="http://schemas.microsoft.com/office/drawing/2014/main" id="{8F4A1A10-FDA5-4A8C-8D64-AAF8BA9506A5}"/>
                </a:ext>
              </a:extLst>
            </p:cNvPr>
            <p:cNvSpPr txBox="1"/>
            <p:nvPr/>
          </p:nvSpPr>
          <p:spPr>
            <a:xfrm>
              <a:off x="-626" y="1100872"/>
              <a:ext cx="10363200" cy="81972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329032" tIns="27940" rIns="156464" bIns="27940" numCol="1" spcCol="1270" anchor="t" anchorCtr="0">
              <a:noAutofit/>
            </a:bodyPr>
            <a:lstStyle/>
            <a:p>
              <a:pPr marL="285750" indent="-285750">
                <a:buFont typeface="Arial" panose="020B0604020202020204" pitchFamily="34" charset="0"/>
                <a:buChar char="•"/>
              </a:pPr>
              <a:r>
                <a:rPr lang="en-US" altLang="ja-JP" sz="1700" dirty="0">
                  <a:solidFill>
                    <a:prstClr val="black">
                      <a:hueOff val="0"/>
                      <a:satOff val="0"/>
                      <a:lumOff val="0"/>
                      <a:alphaOff val="0"/>
                    </a:prstClr>
                  </a:solidFill>
                  <a:latin typeface="Tw Cen MT" panose="020B0602020104020603"/>
                  <a:ea typeface="ＭＳ Ｐゴシック" panose="020B0600070205080204" pitchFamily="50" charset="-128"/>
                </a:rPr>
                <a:t>ONO is considering to track prescription data at patient level .However, Advanced survey providing number-based data will not satisfy this demand. </a:t>
              </a:r>
            </a:p>
          </p:txBody>
        </p:sp>
      </p:grpSp>
      <p:grpSp>
        <p:nvGrpSpPr>
          <p:cNvPr id="12" name="グループ化 11">
            <a:extLst>
              <a:ext uri="{FF2B5EF4-FFF2-40B4-BE49-F238E27FC236}">
                <a16:creationId xmlns:a16="http://schemas.microsoft.com/office/drawing/2014/main" id="{1B389748-766B-41EA-AC26-7BEC1BA42C06}"/>
              </a:ext>
            </a:extLst>
          </p:cNvPr>
          <p:cNvGrpSpPr/>
          <p:nvPr/>
        </p:nvGrpSpPr>
        <p:grpSpPr>
          <a:xfrm>
            <a:off x="0" y="326201"/>
            <a:ext cx="12192000" cy="1034129"/>
            <a:chOff x="0" y="600480"/>
            <a:chExt cx="12192000" cy="1034129"/>
          </a:xfrm>
        </p:grpSpPr>
        <p:sp>
          <p:nvSpPr>
            <p:cNvPr id="13" name="テキスト ボックス 12">
              <a:extLst>
                <a:ext uri="{FF2B5EF4-FFF2-40B4-BE49-F238E27FC236}">
                  <a16:creationId xmlns:a16="http://schemas.microsoft.com/office/drawing/2014/main" id="{3F11E0C0-D63E-4169-9A40-C6D0B5F6B881}"/>
                </a:ext>
              </a:extLst>
            </p:cNvPr>
            <p:cNvSpPr txBox="1"/>
            <p:nvPr/>
          </p:nvSpPr>
          <p:spPr>
            <a:xfrm>
              <a:off x="356233" y="600480"/>
              <a:ext cx="7829550" cy="1034129"/>
            </a:xfrm>
            <a:prstGeom prst="rect">
              <a:avLst/>
            </a:prstGeom>
            <a:noFill/>
          </p:spPr>
          <p:txBody>
            <a:bodyPr wrap="square" rtlCol="0">
              <a:spAutoFit/>
            </a:bodyPr>
            <a:lstStyle/>
            <a:p>
              <a:r>
                <a:rPr kumimoji="1" lang="en-US" altLang="ja-JP" sz="3600" dirty="0"/>
                <a:t>Problem Statement</a:t>
              </a:r>
            </a:p>
            <a:p>
              <a:pPr defTabSz="914400">
                <a:lnSpc>
                  <a:spcPct val="90000"/>
                </a:lnSpc>
                <a:spcBef>
                  <a:spcPct val="0"/>
                </a:spcBef>
                <a:spcAft>
                  <a:spcPts val="600"/>
                </a:spcAft>
              </a:pPr>
              <a:r>
                <a:rPr kumimoji="1" lang="en-US" altLang="ja-JP" sz="2800" dirty="0"/>
                <a:t>Potentially Problems</a:t>
              </a:r>
            </a:p>
          </p:txBody>
        </p:sp>
        <p:cxnSp>
          <p:nvCxnSpPr>
            <p:cNvPr id="14" name="直線コネクタ 13">
              <a:extLst>
                <a:ext uri="{FF2B5EF4-FFF2-40B4-BE49-F238E27FC236}">
                  <a16:creationId xmlns:a16="http://schemas.microsoft.com/office/drawing/2014/main" id="{0D3FC906-CE30-4B98-A621-70195A139F0F}"/>
                </a:ext>
              </a:extLst>
            </p:cNvPr>
            <p:cNvCxnSpPr>
              <a:cxnSpLocks/>
            </p:cNvCxnSpPr>
            <p:nvPr/>
          </p:nvCxnSpPr>
          <p:spPr>
            <a:xfrm>
              <a:off x="0" y="1117544"/>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5895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vert="horz" lIns="91440" tIns="45720" rIns="91440" bIns="45720" rtlCol="0" anchor="ctr">
            <a:normAutofit/>
          </a:bodyPr>
          <a:lstStyle/>
          <a:p>
            <a:pPr>
              <a:spcAft>
                <a:spcPts val="600"/>
              </a:spcAft>
            </a:pPr>
            <a:fld id="{B58DE5F1-E0F9-4CCA-92B7-7A6FC4DFEE14}" type="slidenum">
              <a:rPr lang="en-US" kern="1200" dirty="0">
                <a:solidFill>
                  <a:schemeClr val="tx1"/>
                </a:solidFill>
                <a:latin typeface="+mn-lt"/>
                <a:ea typeface="+mn-ea"/>
                <a:cs typeface="+mn-cs"/>
              </a:rPr>
              <a:pPr>
                <a:spcAft>
                  <a:spcPts val="600"/>
                </a:spcAft>
              </a:pPr>
              <a:t>7</a:t>
            </a:fld>
            <a:endParaRPr lang="en-US" kern="1200" dirty="0">
              <a:solidFill>
                <a:schemeClr val="tx1"/>
              </a:solidFill>
              <a:latin typeface="+mn-lt"/>
              <a:ea typeface="+mn-ea"/>
              <a:cs typeface="+mn-cs"/>
            </a:endParaRPr>
          </a:p>
        </p:txBody>
      </p:sp>
      <p:cxnSp>
        <p:nvCxnSpPr>
          <p:cNvPr id="132" name="コネクタ: カギ線 131">
            <a:extLst>
              <a:ext uri="{FF2B5EF4-FFF2-40B4-BE49-F238E27FC236}">
                <a16:creationId xmlns:a16="http://schemas.microsoft.com/office/drawing/2014/main" id="{AD40699C-17E2-4546-9EF0-24496D4B2462}"/>
              </a:ext>
            </a:extLst>
          </p:cNvPr>
          <p:cNvCxnSpPr/>
          <p:nvPr/>
        </p:nvCxnSpPr>
        <p:spPr>
          <a:xfrm rot="5400000">
            <a:off x="8705912" y="2476562"/>
            <a:ext cx="18926" cy="12700"/>
          </a:xfrm>
          <a:prstGeom prst="bentConnector3">
            <a:avLst/>
          </a:prstGeom>
        </p:spPr>
        <p:style>
          <a:lnRef idx="1">
            <a:schemeClr val="accent1"/>
          </a:lnRef>
          <a:fillRef idx="0">
            <a:schemeClr val="accent1"/>
          </a:fillRef>
          <a:effectRef idx="0">
            <a:schemeClr val="accent1"/>
          </a:effectRef>
          <a:fontRef idx="minor">
            <a:schemeClr val="tx1"/>
          </a:fontRef>
        </p:style>
      </p:cxnSp>
      <p:graphicFrame>
        <p:nvGraphicFramePr>
          <p:cNvPr id="2" name="図表 1">
            <a:extLst>
              <a:ext uri="{FF2B5EF4-FFF2-40B4-BE49-F238E27FC236}">
                <a16:creationId xmlns:a16="http://schemas.microsoft.com/office/drawing/2014/main" id="{98334CA0-FF72-41E4-80C6-F3347C9C2E41}"/>
              </a:ext>
            </a:extLst>
          </p:cNvPr>
          <p:cNvGraphicFramePr/>
          <p:nvPr>
            <p:extLst>
              <p:ext uri="{D42A27DB-BD31-4B8C-83A1-F6EECF244321}">
                <p14:modId xmlns:p14="http://schemas.microsoft.com/office/powerpoint/2010/main" val="3685226723"/>
              </p:ext>
            </p:extLst>
          </p:nvPr>
        </p:nvGraphicFramePr>
        <p:xfrm>
          <a:off x="532918" y="1891599"/>
          <a:ext cx="10363200" cy="3029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9" name="グループ化 8">
            <a:extLst>
              <a:ext uri="{FF2B5EF4-FFF2-40B4-BE49-F238E27FC236}">
                <a16:creationId xmlns:a16="http://schemas.microsoft.com/office/drawing/2014/main" id="{FDF5F90F-6C11-4F79-846D-4AE78B533175}"/>
              </a:ext>
            </a:extLst>
          </p:cNvPr>
          <p:cNvGrpSpPr/>
          <p:nvPr/>
        </p:nvGrpSpPr>
        <p:grpSpPr>
          <a:xfrm>
            <a:off x="0" y="288100"/>
            <a:ext cx="12192000" cy="1034129"/>
            <a:chOff x="0" y="600479"/>
            <a:chExt cx="12192000" cy="1034129"/>
          </a:xfrm>
        </p:grpSpPr>
        <p:sp>
          <p:nvSpPr>
            <p:cNvPr id="10" name="テキスト ボックス 9">
              <a:extLst>
                <a:ext uri="{FF2B5EF4-FFF2-40B4-BE49-F238E27FC236}">
                  <a16:creationId xmlns:a16="http://schemas.microsoft.com/office/drawing/2014/main" id="{09536DF1-B8B7-42E0-BA49-719DB25D4036}"/>
                </a:ext>
              </a:extLst>
            </p:cNvPr>
            <p:cNvSpPr txBox="1"/>
            <p:nvPr/>
          </p:nvSpPr>
          <p:spPr>
            <a:xfrm>
              <a:off x="356233" y="600479"/>
              <a:ext cx="7829550" cy="1034129"/>
            </a:xfrm>
            <a:prstGeom prst="rect">
              <a:avLst/>
            </a:prstGeom>
            <a:noFill/>
          </p:spPr>
          <p:txBody>
            <a:bodyPr wrap="square" rtlCol="0">
              <a:spAutoFit/>
            </a:bodyPr>
            <a:lstStyle/>
            <a:p>
              <a:r>
                <a:rPr kumimoji="1" lang="en-US" altLang="ja-JP" sz="3600" dirty="0"/>
                <a:t>Requirement</a:t>
              </a:r>
            </a:p>
            <a:p>
              <a:pPr defTabSz="914400">
                <a:lnSpc>
                  <a:spcPct val="90000"/>
                </a:lnSpc>
                <a:spcBef>
                  <a:spcPct val="0"/>
                </a:spcBef>
                <a:spcAft>
                  <a:spcPts val="600"/>
                </a:spcAft>
              </a:pPr>
              <a:r>
                <a:rPr kumimoji="1" lang="en-US" altLang="ja-JP" sz="2800" dirty="0"/>
                <a:t>Solutions</a:t>
              </a:r>
            </a:p>
          </p:txBody>
        </p:sp>
        <p:cxnSp>
          <p:nvCxnSpPr>
            <p:cNvPr id="11" name="直線コネクタ 10">
              <a:extLst>
                <a:ext uri="{FF2B5EF4-FFF2-40B4-BE49-F238E27FC236}">
                  <a16:creationId xmlns:a16="http://schemas.microsoft.com/office/drawing/2014/main" id="{D5F2C0C6-F566-41A1-B0DE-218DCBB31F77}"/>
                </a:ext>
              </a:extLst>
            </p:cNvPr>
            <p:cNvCxnSpPr>
              <a:cxnSpLocks/>
            </p:cNvCxnSpPr>
            <p:nvPr/>
          </p:nvCxnSpPr>
          <p:spPr>
            <a:xfrm>
              <a:off x="0" y="1222319"/>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2024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wrap="none" anchor="b">
            <a:normAutofit/>
          </a:bodyPr>
          <a:lstStyle/>
          <a:p>
            <a:pPr>
              <a:spcAft>
                <a:spcPts val="600"/>
              </a:spcAft>
            </a:pPr>
            <a:fld id="{B58DE5F1-E0F9-4CCA-92B7-7A6FC4DFEE14}" type="slidenum">
              <a:rPr lang="en-US" smtClean="0"/>
              <a:pPr>
                <a:spcAft>
                  <a:spcPts val="600"/>
                </a:spcAft>
              </a:pPr>
              <a:t>8</a:t>
            </a:fld>
            <a:endParaRPr lang="en-US"/>
          </a:p>
        </p:txBody>
      </p:sp>
      <p:sp>
        <p:nvSpPr>
          <p:cNvPr id="6" name="四角形: 角を丸くする 5">
            <a:extLst>
              <a:ext uri="{FF2B5EF4-FFF2-40B4-BE49-F238E27FC236}">
                <a16:creationId xmlns:a16="http://schemas.microsoft.com/office/drawing/2014/main" id="{C8540431-A3FF-4649-B79C-95AE731C2870}"/>
              </a:ext>
            </a:extLst>
          </p:cNvPr>
          <p:cNvSpPr/>
          <p:nvPr/>
        </p:nvSpPr>
        <p:spPr>
          <a:xfrm>
            <a:off x="1304925" y="1057275"/>
            <a:ext cx="3619500" cy="49434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93ADC406-7C1D-44D7-A781-F1A40DB99DFE}"/>
              </a:ext>
            </a:extLst>
          </p:cNvPr>
          <p:cNvSpPr/>
          <p:nvPr/>
        </p:nvSpPr>
        <p:spPr>
          <a:xfrm>
            <a:off x="1866900" y="4876869"/>
            <a:ext cx="2314575" cy="85123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22D8548-9321-4E6C-9F2F-4CBFCAA4D2ED}"/>
              </a:ext>
            </a:extLst>
          </p:cNvPr>
          <p:cNvSpPr/>
          <p:nvPr/>
        </p:nvSpPr>
        <p:spPr>
          <a:xfrm>
            <a:off x="2286000" y="5095397"/>
            <a:ext cx="1314450" cy="4286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chemeClr val="tx1"/>
                </a:solidFill>
              </a:rPr>
              <a:t>hCLG</a:t>
            </a:r>
            <a:endParaRPr kumimoji="1" lang="ja-JP" altLang="en-US" dirty="0">
              <a:solidFill>
                <a:schemeClr val="tx1"/>
              </a:solidFill>
            </a:endParaRPr>
          </a:p>
        </p:txBody>
      </p:sp>
      <p:grpSp>
        <p:nvGrpSpPr>
          <p:cNvPr id="19" name="グループ化 18">
            <a:extLst>
              <a:ext uri="{FF2B5EF4-FFF2-40B4-BE49-F238E27FC236}">
                <a16:creationId xmlns:a16="http://schemas.microsoft.com/office/drawing/2014/main" id="{3132E55E-E006-4D19-91C8-A143F51B2F4F}"/>
              </a:ext>
            </a:extLst>
          </p:cNvPr>
          <p:cNvGrpSpPr/>
          <p:nvPr/>
        </p:nvGrpSpPr>
        <p:grpSpPr>
          <a:xfrm>
            <a:off x="1812928" y="1533560"/>
            <a:ext cx="2570161" cy="1647212"/>
            <a:chOff x="1801498" y="1229915"/>
            <a:chExt cx="2570161" cy="1647212"/>
          </a:xfrm>
        </p:grpSpPr>
        <p:sp>
          <p:nvSpPr>
            <p:cNvPr id="8" name="正方形/長方形 7">
              <a:extLst>
                <a:ext uri="{FF2B5EF4-FFF2-40B4-BE49-F238E27FC236}">
                  <a16:creationId xmlns:a16="http://schemas.microsoft.com/office/drawing/2014/main" id="{D27C9620-2C41-4B8E-AD36-F0E5C8DC06DA}"/>
                </a:ext>
              </a:extLst>
            </p:cNvPr>
            <p:cNvSpPr/>
            <p:nvPr/>
          </p:nvSpPr>
          <p:spPr>
            <a:xfrm>
              <a:off x="1878014" y="1549070"/>
              <a:ext cx="2314575" cy="13280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正方形/長方形 10">
              <a:extLst>
                <a:ext uri="{FF2B5EF4-FFF2-40B4-BE49-F238E27FC236}">
                  <a16:creationId xmlns:a16="http://schemas.microsoft.com/office/drawing/2014/main" id="{0FB626BB-03B9-46DF-BE3E-348328820B0A}"/>
                </a:ext>
              </a:extLst>
            </p:cNvPr>
            <p:cNvSpPr/>
            <p:nvPr/>
          </p:nvSpPr>
          <p:spPr>
            <a:xfrm>
              <a:off x="2286000" y="1709191"/>
              <a:ext cx="1314450" cy="4286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IM page</a:t>
              </a:r>
              <a:endParaRPr kumimoji="1" lang="ja-JP" altLang="en-US" dirty="0">
                <a:solidFill>
                  <a:schemeClr val="tx1"/>
                </a:solidFill>
              </a:endParaRPr>
            </a:p>
          </p:txBody>
        </p:sp>
        <p:sp>
          <p:nvSpPr>
            <p:cNvPr id="12" name="正方形/長方形 11">
              <a:extLst>
                <a:ext uri="{FF2B5EF4-FFF2-40B4-BE49-F238E27FC236}">
                  <a16:creationId xmlns:a16="http://schemas.microsoft.com/office/drawing/2014/main" id="{F5F821B0-0EA3-45B1-A3AE-447D2190DAB5}"/>
                </a:ext>
              </a:extLst>
            </p:cNvPr>
            <p:cNvSpPr/>
            <p:nvPr/>
          </p:nvSpPr>
          <p:spPr>
            <a:xfrm>
              <a:off x="2285999" y="2313384"/>
              <a:ext cx="1560195" cy="4286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ONC2 page</a:t>
              </a:r>
              <a:endParaRPr kumimoji="1" lang="ja-JP" altLang="en-US" dirty="0">
                <a:solidFill>
                  <a:schemeClr val="tx1"/>
                </a:solidFill>
              </a:endParaRPr>
            </a:p>
          </p:txBody>
        </p:sp>
        <p:sp>
          <p:nvSpPr>
            <p:cNvPr id="15" name="正方形/長方形 14">
              <a:extLst>
                <a:ext uri="{FF2B5EF4-FFF2-40B4-BE49-F238E27FC236}">
                  <a16:creationId xmlns:a16="http://schemas.microsoft.com/office/drawing/2014/main" id="{D8DC9970-B96E-4D28-9E9C-0A377E44CB68}"/>
                </a:ext>
              </a:extLst>
            </p:cNvPr>
            <p:cNvSpPr/>
            <p:nvPr/>
          </p:nvSpPr>
          <p:spPr>
            <a:xfrm>
              <a:off x="1801498" y="1229915"/>
              <a:ext cx="2570161"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Patient prescription follow</a:t>
              </a:r>
              <a:endParaRPr kumimoji="1" lang="ja-JP" altLang="en-US" dirty="0">
                <a:solidFill>
                  <a:schemeClr val="tx1"/>
                </a:solidFill>
              </a:endParaRPr>
            </a:p>
          </p:txBody>
        </p:sp>
      </p:grpSp>
      <p:grpSp>
        <p:nvGrpSpPr>
          <p:cNvPr id="18" name="グループ化 17">
            <a:extLst>
              <a:ext uri="{FF2B5EF4-FFF2-40B4-BE49-F238E27FC236}">
                <a16:creationId xmlns:a16="http://schemas.microsoft.com/office/drawing/2014/main" id="{AA959005-241C-4BE0-8F64-A827248EB92B}"/>
              </a:ext>
            </a:extLst>
          </p:cNvPr>
          <p:cNvGrpSpPr/>
          <p:nvPr/>
        </p:nvGrpSpPr>
        <p:grpSpPr>
          <a:xfrm>
            <a:off x="1812611" y="3247011"/>
            <a:ext cx="2570161" cy="1083470"/>
            <a:chOff x="1812611" y="3247011"/>
            <a:chExt cx="2570161" cy="1083470"/>
          </a:xfrm>
        </p:grpSpPr>
        <p:sp>
          <p:nvSpPr>
            <p:cNvPr id="9" name="正方形/長方形 8">
              <a:extLst>
                <a:ext uri="{FF2B5EF4-FFF2-40B4-BE49-F238E27FC236}">
                  <a16:creationId xmlns:a16="http://schemas.microsoft.com/office/drawing/2014/main" id="{EB099B0A-1E7E-490D-AD03-3E1B1EEB5931}"/>
                </a:ext>
              </a:extLst>
            </p:cNvPr>
            <p:cNvSpPr/>
            <p:nvPr/>
          </p:nvSpPr>
          <p:spPr>
            <a:xfrm>
              <a:off x="1878014" y="3636893"/>
              <a:ext cx="2314575" cy="69358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7C38E0B2-0022-4C7E-821D-7444C4F837D4}"/>
                </a:ext>
              </a:extLst>
            </p:cNvPr>
            <p:cNvSpPr/>
            <p:nvPr/>
          </p:nvSpPr>
          <p:spPr>
            <a:xfrm>
              <a:off x="2297114" y="3769374"/>
              <a:ext cx="1314450" cy="4286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ONC1</a:t>
              </a:r>
              <a:endParaRPr kumimoji="1" lang="ja-JP" altLang="en-US" dirty="0">
                <a:solidFill>
                  <a:schemeClr val="tx1"/>
                </a:solidFill>
              </a:endParaRPr>
            </a:p>
          </p:txBody>
        </p:sp>
        <p:sp>
          <p:nvSpPr>
            <p:cNvPr id="16" name="正方形/長方形 15">
              <a:extLst>
                <a:ext uri="{FF2B5EF4-FFF2-40B4-BE49-F238E27FC236}">
                  <a16:creationId xmlns:a16="http://schemas.microsoft.com/office/drawing/2014/main" id="{497E0128-48D6-4747-A641-E464017AA634}"/>
                </a:ext>
              </a:extLst>
            </p:cNvPr>
            <p:cNvSpPr/>
            <p:nvPr/>
          </p:nvSpPr>
          <p:spPr>
            <a:xfrm>
              <a:off x="1812611" y="3247011"/>
              <a:ext cx="2570161"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Monthly advanced survey</a:t>
              </a:r>
              <a:endParaRPr kumimoji="1" lang="ja-JP" altLang="en-US" dirty="0">
                <a:solidFill>
                  <a:schemeClr val="tx1"/>
                </a:solidFill>
              </a:endParaRPr>
            </a:p>
          </p:txBody>
        </p:sp>
      </p:grpSp>
      <p:sp>
        <p:nvSpPr>
          <p:cNvPr id="17" name="正方形/長方形 16">
            <a:extLst>
              <a:ext uri="{FF2B5EF4-FFF2-40B4-BE49-F238E27FC236}">
                <a16:creationId xmlns:a16="http://schemas.microsoft.com/office/drawing/2014/main" id="{D4EC38FB-DD6F-4A25-A6AA-822352A02058}"/>
              </a:ext>
            </a:extLst>
          </p:cNvPr>
          <p:cNvSpPr/>
          <p:nvPr/>
        </p:nvSpPr>
        <p:spPr>
          <a:xfrm>
            <a:off x="1658144" y="4438938"/>
            <a:ext cx="2570161"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General survey</a:t>
            </a:r>
            <a:endParaRPr kumimoji="1" lang="ja-JP" altLang="en-US" dirty="0">
              <a:solidFill>
                <a:schemeClr val="tx1"/>
              </a:solidFill>
            </a:endParaRPr>
          </a:p>
        </p:txBody>
      </p:sp>
      <p:sp>
        <p:nvSpPr>
          <p:cNvPr id="20" name="正方形/長方形 19">
            <a:extLst>
              <a:ext uri="{FF2B5EF4-FFF2-40B4-BE49-F238E27FC236}">
                <a16:creationId xmlns:a16="http://schemas.microsoft.com/office/drawing/2014/main" id="{8F4CFBAA-C56A-4204-9636-7C16D00E357B}"/>
              </a:ext>
            </a:extLst>
          </p:cNvPr>
          <p:cNvSpPr/>
          <p:nvPr/>
        </p:nvSpPr>
        <p:spPr>
          <a:xfrm>
            <a:off x="6789036" y="1154220"/>
            <a:ext cx="2466179"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err="1">
                <a:solidFill>
                  <a:schemeClr val="tx1"/>
                </a:solidFill>
              </a:rPr>
              <a:t>Tobe</a:t>
            </a:r>
            <a:endParaRPr kumimoji="1" lang="ja-JP" altLang="en-US" sz="2400" b="1" dirty="0">
              <a:solidFill>
                <a:schemeClr val="tx1"/>
              </a:solidFill>
            </a:endParaRPr>
          </a:p>
        </p:txBody>
      </p:sp>
      <p:cxnSp>
        <p:nvCxnSpPr>
          <p:cNvPr id="31" name="直線コネクタ 30">
            <a:extLst>
              <a:ext uri="{FF2B5EF4-FFF2-40B4-BE49-F238E27FC236}">
                <a16:creationId xmlns:a16="http://schemas.microsoft.com/office/drawing/2014/main" id="{18CD4A15-3542-4AFE-945D-F84D099D333D}"/>
              </a:ext>
            </a:extLst>
          </p:cNvPr>
          <p:cNvCxnSpPr>
            <a:cxnSpLocks/>
          </p:cNvCxnSpPr>
          <p:nvPr/>
        </p:nvCxnSpPr>
        <p:spPr>
          <a:xfrm>
            <a:off x="3115627" y="2617029"/>
            <a:ext cx="0" cy="42862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四角形: 角を丸くする 54">
            <a:extLst>
              <a:ext uri="{FF2B5EF4-FFF2-40B4-BE49-F238E27FC236}">
                <a16:creationId xmlns:a16="http://schemas.microsoft.com/office/drawing/2014/main" id="{587AF0A4-6CD4-48D8-9624-3D34788ED6BD}"/>
              </a:ext>
            </a:extLst>
          </p:cNvPr>
          <p:cNvSpPr/>
          <p:nvPr/>
        </p:nvSpPr>
        <p:spPr>
          <a:xfrm>
            <a:off x="6262817" y="1067672"/>
            <a:ext cx="3751261" cy="49434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5" name="グループ化 74">
            <a:extLst>
              <a:ext uri="{FF2B5EF4-FFF2-40B4-BE49-F238E27FC236}">
                <a16:creationId xmlns:a16="http://schemas.microsoft.com/office/drawing/2014/main" id="{8222F29C-BC81-421C-9C0E-A68969CD86F0}"/>
              </a:ext>
            </a:extLst>
          </p:cNvPr>
          <p:cNvGrpSpPr/>
          <p:nvPr/>
        </p:nvGrpSpPr>
        <p:grpSpPr>
          <a:xfrm>
            <a:off x="6495464" y="1583018"/>
            <a:ext cx="2953921" cy="4218117"/>
            <a:chOff x="6987315" y="1483294"/>
            <a:chExt cx="2953921" cy="4218117"/>
          </a:xfrm>
        </p:grpSpPr>
        <p:grpSp>
          <p:nvGrpSpPr>
            <p:cNvPr id="72" name="グループ化 71">
              <a:extLst>
                <a:ext uri="{FF2B5EF4-FFF2-40B4-BE49-F238E27FC236}">
                  <a16:creationId xmlns:a16="http://schemas.microsoft.com/office/drawing/2014/main" id="{D0150F86-FCCD-4E1E-9830-F9E420BD3EE2}"/>
                </a:ext>
              </a:extLst>
            </p:cNvPr>
            <p:cNvGrpSpPr/>
            <p:nvPr/>
          </p:nvGrpSpPr>
          <p:grpSpPr>
            <a:xfrm>
              <a:off x="7172323" y="1837336"/>
              <a:ext cx="2768913" cy="3864075"/>
              <a:chOff x="7599361" y="1578342"/>
              <a:chExt cx="2714623" cy="4113198"/>
            </a:xfrm>
          </p:grpSpPr>
          <p:sp>
            <p:nvSpPr>
              <p:cNvPr id="56" name="正方形/長方形 55">
                <a:extLst>
                  <a:ext uri="{FF2B5EF4-FFF2-40B4-BE49-F238E27FC236}">
                    <a16:creationId xmlns:a16="http://schemas.microsoft.com/office/drawing/2014/main" id="{A65DE728-EAC7-4710-B551-B330B2A29582}"/>
                  </a:ext>
                </a:extLst>
              </p:cNvPr>
              <p:cNvSpPr/>
              <p:nvPr/>
            </p:nvSpPr>
            <p:spPr>
              <a:xfrm>
                <a:off x="7599361" y="1578342"/>
                <a:ext cx="2714623" cy="41131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正方形/長方形 57">
                <a:extLst>
                  <a:ext uri="{FF2B5EF4-FFF2-40B4-BE49-F238E27FC236}">
                    <a16:creationId xmlns:a16="http://schemas.microsoft.com/office/drawing/2014/main" id="{AE8ECB89-48F1-47F9-BA46-F6BBC9615B98}"/>
                  </a:ext>
                </a:extLst>
              </p:cNvPr>
              <p:cNvSpPr/>
              <p:nvPr/>
            </p:nvSpPr>
            <p:spPr>
              <a:xfrm>
                <a:off x="7975599" y="1831244"/>
                <a:ext cx="1962150" cy="98580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IM Page</a:t>
                </a:r>
                <a:endParaRPr kumimoji="1" lang="ja-JP" altLang="en-US" dirty="0">
                  <a:solidFill>
                    <a:schemeClr val="tx1"/>
                  </a:solidFill>
                </a:endParaRPr>
              </a:p>
            </p:txBody>
          </p:sp>
          <p:sp>
            <p:nvSpPr>
              <p:cNvPr id="64" name="正方形/長方形 63">
                <a:extLst>
                  <a:ext uri="{FF2B5EF4-FFF2-40B4-BE49-F238E27FC236}">
                    <a16:creationId xmlns:a16="http://schemas.microsoft.com/office/drawing/2014/main" id="{5AAFA0D4-EF58-4EC5-9BA4-91C92A336C63}"/>
                  </a:ext>
                </a:extLst>
              </p:cNvPr>
              <p:cNvSpPr/>
              <p:nvPr/>
            </p:nvSpPr>
            <p:spPr>
              <a:xfrm>
                <a:off x="7979571" y="4335664"/>
                <a:ext cx="1962150" cy="98580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Hema Page</a:t>
                </a:r>
                <a:endParaRPr kumimoji="1" lang="ja-JP" altLang="en-US" dirty="0">
                  <a:solidFill>
                    <a:schemeClr val="tx1"/>
                  </a:solidFill>
                </a:endParaRPr>
              </a:p>
            </p:txBody>
          </p:sp>
          <p:sp>
            <p:nvSpPr>
              <p:cNvPr id="71" name="正方形/長方形 70">
                <a:extLst>
                  <a:ext uri="{FF2B5EF4-FFF2-40B4-BE49-F238E27FC236}">
                    <a16:creationId xmlns:a16="http://schemas.microsoft.com/office/drawing/2014/main" id="{4324D5F7-7F83-4857-BA48-12EBB2AC61AE}"/>
                  </a:ext>
                </a:extLst>
              </p:cNvPr>
              <p:cNvSpPr/>
              <p:nvPr/>
            </p:nvSpPr>
            <p:spPr>
              <a:xfrm>
                <a:off x="7999408" y="3055151"/>
                <a:ext cx="1962150" cy="98580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ONC Page</a:t>
                </a:r>
                <a:endParaRPr kumimoji="1" lang="ja-JP" altLang="en-US" dirty="0">
                  <a:solidFill>
                    <a:schemeClr val="tx1"/>
                  </a:solidFill>
                </a:endParaRPr>
              </a:p>
            </p:txBody>
          </p:sp>
        </p:grpSp>
        <p:sp>
          <p:nvSpPr>
            <p:cNvPr id="74" name="正方形/長方形 73">
              <a:extLst>
                <a:ext uri="{FF2B5EF4-FFF2-40B4-BE49-F238E27FC236}">
                  <a16:creationId xmlns:a16="http://schemas.microsoft.com/office/drawing/2014/main" id="{37B7202D-0B5E-49CA-B2AB-0330D68840C6}"/>
                </a:ext>
              </a:extLst>
            </p:cNvPr>
            <p:cNvSpPr/>
            <p:nvPr/>
          </p:nvSpPr>
          <p:spPr>
            <a:xfrm>
              <a:off x="6987315" y="1483294"/>
              <a:ext cx="2570161"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Patient prescription follow</a:t>
              </a:r>
              <a:endParaRPr kumimoji="1" lang="ja-JP" altLang="en-US" dirty="0">
                <a:solidFill>
                  <a:schemeClr val="tx1"/>
                </a:solidFill>
              </a:endParaRPr>
            </a:p>
          </p:txBody>
        </p:sp>
      </p:grpSp>
      <p:sp>
        <p:nvSpPr>
          <p:cNvPr id="76" name="正方形/長方形 75">
            <a:extLst>
              <a:ext uri="{FF2B5EF4-FFF2-40B4-BE49-F238E27FC236}">
                <a16:creationId xmlns:a16="http://schemas.microsoft.com/office/drawing/2014/main" id="{2959D654-B19D-4E0D-A252-438D0B719256}"/>
              </a:ext>
            </a:extLst>
          </p:cNvPr>
          <p:cNvSpPr/>
          <p:nvPr/>
        </p:nvSpPr>
        <p:spPr>
          <a:xfrm>
            <a:off x="1762126" y="1144461"/>
            <a:ext cx="2466179"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err="1">
                <a:solidFill>
                  <a:schemeClr val="tx1"/>
                </a:solidFill>
              </a:rPr>
              <a:t>Asis</a:t>
            </a:r>
            <a:endParaRPr kumimoji="1" lang="ja-JP" altLang="en-US" sz="2400" b="1" dirty="0">
              <a:solidFill>
                <a:schemeClr val="tx1"/>
              </a:solidFill>
            </a:endParaRPr>
          </a:p>
        </p:txBody>
      </p:sp>
      <p:cxnSp>
        <p:nvCxnSpPr>
          <p:cNvPr id="80" name="コネクタ: カギ線 79">
            <a:extLst>
              <a:ext uri="{FF2B5EF4-FFF2-40B4-BE49-F238E27FC236}">
                <a16:creationId xmlns:a16="http://schemas.microsoft.com/office/drawing/2014/main" id="{4CEB2FBF-DA68-40CB-83C0-E075D153070D}"/>
              </a:ext>
            </a:extLst>
          </p:cNvPr>
          <p:cNvCxnSpPr>
            <a:stCxn id="12" idx="3"/>
            <a:endCxn id="71" idx="1"/>
          </p:cNvCxnSpPr>
          <p:nvPr/>
        </p:nvCxnSpPr>
        <p:spPr>
          <a:xfrm>
            <a:off x="3857624" y="2831342"/>
            <a:ext cx="3230896" cy="956129"/>
          </a:xfrm>
          <a:prstGeom prst="bentConnector3">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2" name="コネクタ: カギ線 81">
            <a:extLst>
              <a:ext uri="{FF2B5EF4-FFF2-40B4-BE49-F238E27FC236}">
                <a16:creationId xmlns:a16="http://schemas.microsoft.com/office/drawing/2014/main" id="{712DC4B2-7AC7-4B0E-A8C6-C3FD69819168}"/>
              </a:ext>
            </a:extLst>
          </p:cNvPr>
          <p:cNvCxnSpPr>
            <a:cxnSpLocks/>
            <a:stCxn id="13" idx="3"/>
            <a:endCxn id="71" idx="1"/>
          </p:cNvCxnSpPr>
          <p:nvPr/>
        </p:nvCxnSpPr>
        <p:spPr>
          <a:xfrm flipV="1">
            <a:off x="3611564" y="3787471"/>
            <a:ext cx="3476956" cy="196216"/>
          </a:xfrm>
          <a:prstGeom prst="bent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コネクタ: カギ線 84">
            <a:extLst>
              <a:ext uri="{FF2B5EF4-FFF2-40B4-BE49-F238E27FC236}">
                <a16:creationId xmlns:a16="http://schemas.microsoft.com/office/drawing/2014/main" id="{AA2C3A39-F36B-45FE-87BB-B452DE274B20}"/>
              </a:ext>
            </a:extLst>
          </p:cNvPr>
          <p:cNvCxnSpPr>
            <a:cxnSpLocks/>
            <a:stCxn id="14" idx="3"/>
            <a:endCxn id="64" idx="1"/>
          </p:cNvCxnSpPr>
          <p:nvPr/>
        </p:nvCxnSpPr>
        <p:spPr>
          <a:xfrm flipV="1">
            <a:off x="3600450" y="4990428"/>
            <a:ext cx="3467836" cy="319282"/>
          </a:xfrm>
          <a:prstGeom prst="bentConnector3">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コネクタ: カギ線 86">
            <a:extLst>
              <a:ext uri="{FF2B5EF4-FFF2-40B4-BE49-F238E27FC236}">
                <a16:creationId xmlns:a16="http://schemas.microsoft.com/office/drawing/2014/main" id="{E72EA0AC-9F6D-4C51-ADF5-6EAD1C5C2A3B}"/>
              </a:ext>
            </a:extLst>
          </p:cNvPr>
          <p:cNvCxnSpPr>
            <a:stCxn id="12" idx="1"/>
            <a:endCxn id="64" idx="2"/>
          </p:cNvCxnSpPr>
          <p:nvPr/>
        </p:nvCxnSpPr>
        <p:spPr>
          <a:xfrm rot="10800000" flipH="1" flipV="1">
            <a:off x="2297428" y="2831342"/>
            <a:ext cx="5771553" cy="2622134"/>
          </a:xfrm>
          <a:prstGeom prst="bentConnector4">
            <a:avLst>
              <a:gd name="adj1" fmla="val -13533"/>
              <a:gd name="adj2" fmla="val 118889"/>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90" name="正方形/長方形 89">
            <a:extLst>
              <a:ext uri="{FF2B5EF4-FFF2-40B4-BE49-F238E27FC236}">
                <a16:creationId xmlns:a16="http://schemas.microsoft.com/office/drawing/2014/main" id="{EA424863-107F-4EE1-9A8F-62D0AE193342}"/>
              </a:ext>
            </a:extLst>
          </p:cNvPr>
          <p:cNvSpPr/>
          <p:nvPr/>
        </p:nvSpPr>
        <p:spPr>
          <a:xfrm>
            <a:off x="6484620" y="3196285"/>
            <a:ext cx="3124786" cy="1373536"/>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5" name="グループ化 34">
            <a:extLst>
              <a:ext uri="{FF2B5EF4-FFF2-40B4-BE49-F238E27FC236}">
                <a16:creationId xmlns:a16="http://schemas.microsoft.com/office/drawing/2014/main" id="{D47789C4-E197-42EF-91DB-ED61E7AEB3D6}"/>
              </a:ext>
            </a:extLst>
          </p:cNvPr>
          <p:cNvGrpSpPr/>
          <p:nvPr/>
        </p:nvGrpSpPr>
        <p:grpSpPr>
          <a:xfrm>
            <a:off x="0" y="33543"/>
            <a:ext cx="12192000" cy="1034129"/>
            <a:chOff x="0" y="600479"/>
            <a:chExt cx="12192000" cy="1034129"/>
          </a:xfrm>
        </p:grpSpPr>
        <p:sp>
          <p:nvSpPr>
            <p:cNvPr id="36" name="テキスト ボックス 35">
              <a:extLst>
                <a:ext uri="{FF2B5EF4-FFF2-40B4-BE49-F238E27FC236}">
                  <a16:creationId xmlns:a16="http://schemas.microsoft.com/office/drawing/2014/main" id="{3C744D8E-1524-417F-AF2C-8364DA57B228}"/>
                </a:ext>
              </a:extLst>
            </p:cNvPr>
            <p:cNvSpPr txBox="1"/>
            <p:nvPr/>
          </p:nvSpPr>
          <p:spPr>
            <a:xfrm>
              <a:off x="356233" y="600479"/>
              <a:ext cx="7829550" cy="1034129"/>
            </a:xfrm>
            <a:prstGeom prst="rect">
              <a:avLst/>
            </a:prstGeom>
            <a:noFill/>
          </p:spPr>
          <p:txBody>
            <a:bodyPr wrap="square" rtlCol="0">
              <a:spAutoFit/>
            </a:bodyPr>
            <a:lstStyle/>
            <a:p>
              <a:r>
                <a:rPr kumimoji="1" lang="en-US" altLang="ja-JP" sz="3600" dirty="0"/>
                <a:t>Requirement</a:t>
              </a:r>
            </a:p>
            <a:p>
              <a:pPr defTabSz="914400">
                <a:lnSpc>
                  <a:spcPct val="90000"/>
                </a:lnSpc>
                <a:spcBef>
                  <a:spcPct val="0"/>
                </a:spcBef>
                <a:spcAft>
                  <a:spcPts val="600"/>
                </a:spcAft>
              </a:pPr>
              <a:r>
                <a:rPr lang="en-US" altLang="ja-JP" sz="2800" dirty="0"/>
                <a:t>High level overview of </a:t>
              </a:r>
              <a:r>
                <a:rPr lang="en-US" altLang="ja-JP" sz="2800" dirty="0" err="1"/>
                <a:t>Asis</a:t>
              </a:r>
              <a:r>
                <a:rPr lang="en-US" altLang="ja-JP" sz="2800" dirty="0"/>
                <a:t>/</a:t>
              </a:r>
              <a:r>
                <a:rPr lang="en-US" altLang="ja-JP" sz="2800" dirty="0" err="1"/>
                <a:t>Tobe</a:t>
              </a:r>
              <a:endParaRPr kumimoji="1" lang="en-US" altLang="ja-JP" sz="2800" dirty="0"/>
            </a:p>
          </p:txBody>
        </p:sp>
        <p:cxnSp>
          <p:nvCxnSpPr>
            <p:cNvPr id="37" name="直線コネクタ 36">
              <a:extLst>
                <a:ext uri="{FF2B5EF4-FFF2-40B4-BE49-F238E27FC236}">
                  <a16:creationId xmlns:a16="http://schemas.microsoft.com/office/drawing/2014/main" id="{E2D1F3A0-A331-4CF4-9E18-1AEE4E4C9268}"/>
                </a:ext>
              </a:extLst>
            </p:cNvPr>
            <p:cNvCxnSpPr>
              <a:cxnSpLocks/>
            </p:cNvCxnSpPr>
            <p:nvPr/>
          </p:nvCxnSpPr>
          <p:spPr>
            <a:xfrm>
              <a:off x="0" y="1222319"/>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24" name="テキスト ボックス 23">
            <a:extLst>
              <a:ext uri="{FF2B5EF4-FFF2-40B4-BE49-F238E27FC236}">
                <a16:creationId xmlns:a16="http://schemas.microsoft.com/office/drawing/2014/main" id="{BD9FC46B-2861-42FF-8563-1F27D41B9668}"/>
              </a:ext>
            </a:extLst>
          </p:cNvPr>
          <p:cNvSpPr txBox="1"/>
          <p:nvPr/>
        </p:nvSpPr>
        <p:spPr>
          <a:xfrm>
            <a:off x="4861570" y="2523656"/>
            <a:ext cx="1223004" cy="307777"/>
          </a:xfrm>
          <a:prstGeom prst="rect">
            <a:avLst/>
          </a:prstGeom>
          <a:noFill/>
        </p:spPr>
        <p:txBody>
          <a:bodyPr wrap="square" rtlCol="0">
            <a:spAutoFit/>
          </a:bodyPr>
          <a:lstStyle/>
          <a:p>
            <a:r>
              <a:rPr kumimoji="1" lang="en-US" altLang="ja-JP" sz="1400" dirty="0"/>
              <a:t>No change</a:t>
            </a:r>
            <a:endParaRPr kumimoji="1" lang="ja-JP" altLang="en-US" sz="1400" dirty="0"/>
          </a:p>
        </p:txBody>
      </p:sp>
      <p:sp>
        <p:nvSpPr>
          <p:cNvPr id="49" name="テキスト ボックス 48">
            <a:extLst>
              <a:ext uri="{FF2B5EF4-FFF2-40B4-BE49-F238E27FC236}">
                <a16:creationId xmlns:a16="http://schemas.microsoft.com/office/drawing/2014/main" id="{AAB52DD1-5CC1-46D3-863B-B26A84CBAEA5}"/>
              </a:ext>
            </a:extLst>
          </p:cNvPr>
          <p:cNvSpPr txBox="1"/>
          <p:nvPr/>
        </p:nvSpPr>
        <p:spPr>
          <a:xfrm>
            <a:off x="4514850" y="5637193"/>
            <a:ext cx="2165622" cy="523220"/>
          </a:xfrm>
          <a:prstGeom prst="rect">
            <a:avLst/>
          </a:prstGeom>
          <a:noFill/>
        </p:spPr>
        <p:txBody>
          <a:bodyPr wrap="square" rtlCol="0">
            <a:spAutoFit/>
          </a:bodyPr>
          <a:lstStyle/>
          <a:p>
            <a:r>
              <a:rPr kumimoji="1" lang="en-US" altLang="ja-JP" sz="1400" dirty="0"/>
              <a:t>Remove SP/EM/OP HL from ONC2 to Hema page</a:t>
            </a:r>
            <a:endParaRPr kumimoji="1" lang="ja-JP" altLang="en-US" sz="1400" dirty="0"/>
          </a:p>
        </p:txBody>
      </p:sp>
      <p:sp>
        <p:nvSpPr>
          <p:cNvPr id="50" name="テキスト ボックス 49">
            <a:extLst>
              <a:ext uri="{FF2B5EF4-FFF2-40B4-BE49-F238E27FC236}">
                <a16:creationId xmlns:a16="http://schemas.microsoft.com/office/drawing/2014/main" id="{30FC97B8-3A2B-4289-9153-623F51AC63D3}"/>
              </a:ext>
            </a:extLst>
          </p:cNvPr>
          <p:cNvSpPr txBox="1"/>
          <p:nvPr/>
        </p:nvSpPr>
        <p:spPr>
          <a:xfrm>
            <a:off x="4496568" y="4710102"/>
            <a:ext cx="2384533" cy="523220"/>
          </a:xfrm>
          <a:prstGeom prst="rect">
            <a:avLst/>
          </a:prstGeom>
          <a:noFill/>
        </p:spPr>
        <p:txBody>
          <a:bodyPr wrap="square" rtlCol="0">
            <a:spAutoFit/>
          </a:bodyPr>
          <a:lstStyle/>
          <a:p>
            <a:r>
              <a:rPr kumimoji="1" lang="en-US" altLang="ja-JP" sz="1400" dirty="0"/>
              <a:t>Add </a:t>
            </a:r>
            <a:r>
              <a:rPr kumimoji="1" lang="en-US" altLang="ja-JP" sz="1400" dirty="0" err="1"/>
              <a:t>hCLG</a:t>
            </a:r>
            <a:r>
              <a:rPr kumimoji="1" lang="en-US" altLang="ja-JP" sz="1400" dirty="0"/>
              <a:t> products to Hema page</a:t>
            </a:r>
            <a:endParaRPr kumimoji="1" lang="ja-JP" altLang="en-US" sz="1400" dirty="0"/>
          </a:p>
        </p:txBody>
      </p:sp>
      <p:sp>
        <p:nvSpPr>
          <p:cNvPr id="51" name="テキスト ボックス 50">
            <a:extLst>
              <a:ext uri="{FF2B5EF4-FFF2-40B4-BE49-F238E27FC236}">
                <a16:creationId xmlns:a16="http://schemas.microsoft.com/office/drawing/2014/main" id="{F65D9A65-B7D5-49CF-B11D-5314DAEBF849}"/>
              </a:ext>
            </a:extLst>
          </p:cNvPr>
          <p:cNvSpPr txBox="1"/>
          <p:nvPr/>
        </p:nvSpPr>
        <p:spPr>
          <a:xfrm>
            <a:off x="4434481" y="3976579"/>
            <a:ext cx="2384533" cy="523220"/>
          </a:xfrm>
          <a:prstGeom prst="rect">
            <a:avLst/>
          </a:prstGeom>
          <a:noFill/>
        </p:spPr>
        <p:txBody>
          <a:bodyPr wrap="square" rtlCol="0">
            <a:spAutoFit/>
          </a:bodyPr>
          <a:lstStyle/>
          <a:p>
            <a:r>
              <a:rPr kumimoji="1" lang="en-US" altLang="ja-JP" sz="1400" dirty="0"/>
              <a:t>Add ONC1 products to </a:t>
            </a:r>
          </a:p>
          <a:p>
            <a:r>
              <a:rPr kumimoji="1" lang="en-US" altLang="ja-JP" sz="1400" dirty="0"/>
              <a:t>ONC page</a:t>
            </a:r>
            <a:endParaRPr kumimoji="1" lang="ja-JP" altLang="en-US" sz="1400" dirty="0"/>
          </a:p>
        </p:txBody>
      </p:sp>
    </p:spTree>
    <p:extLst>
      <p:ext uri="{BB962C8B-B14F-4D97-AF65-F5344CB8AC3E}">
        <p14:creationId xmlns:p14="http://schemas.microsoft.com/office/powerpoint/2010/main" val="2107605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7C467A-5930-9A43-9ED9-65FE50D9360D}"/>
              </a:ext>
            </a:extLst>
          </p:cNvPr>
          <p:cNvSpPr>
            <a:spLocks noGrp="1"/>
          </p:cNvSpPr>
          <p:nvPr>
            <p:ph idx="1"/>
          </p:nvPr>
        </p:nvSpPr>
        <p:spPr>
          <a:xfrm>
            <a:off x="723275" y="1311275"/>
            <a:ext cx="8524240" cy="4572000"/>
          </a:xfrm>
        </p:spPr>
        <p:txBody>
          <a:bodyPr>
            <a:normAutofit fontScale="85000" lnSpcReduction="20000"/>
          </a:bodyPr>
          <a:lstStyle/>
          <a:p>
            <a:pPr marL="0" indent="0">
              <a:buNone/>
            </a:pPr>
            <a:endParaRPr lang="en-US" b="1" dirty="0"/>
          </a:p>
          <a:p>
            <a:r>
              <a:rPr lang="en-US" altLang="ja-JP" cap="none" dirty="0"/>
              <a:t>As</a:t>
            </a:r>
            <a:r>
              <a:rPr lang="ja-JP" altLang="en-US" cap="none" dirty="0"/>
              <a:t> </a:t>
            </a:r>
            <a:r>
              <a:rPr lang="en-US" altLang="ja-JP" cap="none" dirty="0"/>
              <a:t>EM/SP/OP</a:t>
            </a:r>
            <a:r>
              <a:rPr lang="ja-JP" altLang="en-US" cap="none" dirty="0"/>
              <a:t> </a:t>
            </a:r>
            <a:r>
              <a:rPr lang="en-US" altLang="ja-JP" cap="none" dirty="0"/>
              <a:t>HL</a:t>
            </a:r>
            <a:r>
              <a:rPr lang="ja-JP" altLang="en-US" cap="none" dirty="0"/>
              <a:t> </a:t>
            </a:r>
            <a:r>
              <a:rPr lang="en-US" altLang="ja-JP" cap="none" dirty="0"/>
              <a:t>have</a:t>
            </a:r>
            <a:r>
              <a:rPr lang="ja-JP" altLang="en-US" cap="none" dirty="0"/>
              <a:t> </a:t>
            </a:r>
            <a:r>
              <a:rPr lang="en-US" altLang="ja-JP" cap="none" dirty="0"/>
              <a:t>been</a:t>
            </a:r>
            <a:r>
              <a:rPr lang="ja-JP" altLang="en-US" cap="none" dirty="0"/>
              <a:t> </a:t>
            </a:r>
            <a:r>
              <a:rPr lang="en-US" altLang="ja-JP" cap="none" dirty="0"/>
              <a:t>moved</a:t>
            </a:r>
            <a:r>
              <a:rPr lang="ja-JP" altLang="en-US" cap="none" dirty="0"/>
              <a:t> </a:t>
            </a:r>
            <a:r>
              <a:rPr lang="en-US" altLang="ja-JP" cap="none" dirty="0"/>
              <a:t>FROM ONC2 to Hema, it is necessary to remove these products from product picklist value as well as related fields/dependencies on page which are used specially for EM/SP/OP HL on ONC page</a:t>
            </a:r>
          </a:p>
          <a:p>
            <a:r>
              <a:rPr lang="en-US" altLang="ja-JP" cap="none" dirty="0"/>
              <a:t>For strategic alliance purpose, BMS and ONO need to share prescription data as a proof of co-promotion partnering activities. ONO is going to track prescription data at patient level .However, Advanced survey providing number-based data will not satisfy this demand. Besides, ONO requires to track new prescription data of OPDIVO GC</a:t>
            </a:r>
          </a:p>
          <a:p>
            <a:r>
              <a:rPr lang="en-US" altLang="ja-JP" cap="none" dirty="0"/>
              <a:t>Survey target list uploading happens every month. Preparing survey target list involves field workers, FFE team, support team. FFE team confirm Dr. information collected from field and provide a list to support team. Support team then process the list to a CSV file to upload. This brings high lead time and extra workload to all parties involved. </a:t>
            </a:r>
          </a:p>
          <a:p>
            <a:r>
              <a:rPr lang="en-US" altLang="ja-JP" cap="none" dirty="0"/>
              <a:t>For analysis purpose, business requires to be able to track prescription data by therapeutic areas</a:t>
            </a:r>
          </a:p>
          <a:p>
            <a:endParaRPr lang="en-US" altLang="ja-JP" dirty="0"/>
          </a:p>
        </p:txBody>
      </p:sp>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a:lstStyle/>
          <a:p>
            <a:fld id="{B58DE5F1-E0F9-4CCA-92B7-7A6FC4DFEE14}" type="slidenum">
              <a:rPr lang="en-US" smtClean="0"/>
              <a:pPr/>
              <a:t>9</a:t>
            </a:fld>
            <a:endParaRPr lang="en-US"/>
          </a:p>
        </p:txBody>
      </p:sp>
      <p:grpSp>
        <p:nvGrpSpPr>
          <p:cNvPr id="5" name="グループ化 4">
            <a:extLst>
              <a:ext uri="{FF2B5EF4-FFF2-40B4-BE49-F238E27FC236}">
                <a16:creationId xmlns:a16="http://schemas.microsoft.com/office/drawing/2014/main" id="{FCBE3F4E-1082-4114-AE7F-DC15DC0177D9}"/>
              </a:ext>
            </a:extLst>
          </p:cNvPr>
          <p:cNvGrpSpPr/>
          <p:nvPr/>
        </p:nvGrpSpPr>
        <p:grpSpPr>
          <a:xfrm>
            <a:off x="0" y="269050"/>
            <a:ext cx="12192000" cy="646331"/>
            <a:chOff x="0" y="600479"/>
            <a:chExt cx="12192000" cy="646331"/>
          </a:xfrm>
        </p:grpSpPr>
        <p:sp>
          <p:nvSpPr>
            <p:cNvPr id="6" name="テキスト ボックス 5">
              <a:extLst>
                <a:ext uri="{FF2B5EF4-FFF2-40B4-BE49-F238E27FC236}">
                  <a16:creationId xmlns:a16="http://schemas.microsoft.com/office/drawing/2014/main" id="{D884FB90-4C67-4380-BA84-BCB11AF523EA}"/>
                </a:ext>
              </a:extLst>
            </p:cNvPr>
            <p:cNvSpPr txBox="1"/>
            <p:nvPr/>
          </p:nvSpPr>
          <p:spPr>
            <a:xfrm>
              <a:off x="356233" y="600479"/>
              <a:ext cx="7829550" cy="646331"/>
            </a:xfrm>
            <a:prstGeom prst="rect">
              <a:avLst/>
            </a:prstGeom>
            <a:noFill/>
          </p:spPr>
          <p:txBody>
            <a:bodyPr wrap="square" rtlCol="0">
              <a:spAutoFit/>
            </a:bodyPr>
            <a:lstStyle/>
            <a:p>
              <a:r>
                <a:rPr lang="en-US" altLang="ja-JP" sz="3600" dirty="0"/>
                <a:t>Business justification</a:t>
              </a:r>
              <a:endParaRPr kumimoji="1" lang="en-US" altLang="ja-JP" sz="2800" dirty="0"/>
            </a:p>
          </p:txBody>
        </p:sp>
        <p:cxnSp>
          <p:nvCxnSpPr>
            <p:cNvPr id="7" name="直線コネクタ 6">
              <a:extLst>
                <a:ext uri="{FF2B5EF4-FFF2-40B4-BE49-F238E27FC236}">
                  <a16:creationId xmlns:a16="http://schemas.microsoft.com/office/drawing/2014/main" id="{8415F632-DA56-4F3C-BA75-76D87CE5DA4A}"/>
                </a:ext>
              </a:extLst>
            </p:cNvPr>
            <p:cNvCxnSpPr>
              <a:cxnSpLocks/>
            </p:cNvCxnSpPr>
            <p:nvPr/>
          </p:nvCxnSpPr>
          <p:spPr>
            <a:xfrm>
              <a:off x="0" y="1222319"/>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26993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7C467A-5930-9A43-9ED9-65FE50D9360D}"/>
              </a:ext>
            </a:extLst>
          </p:cNvPr>
          <p:cNvSpPr>
            <a:spLocks noGrp="1"/>
          </p:cNvSpPr>
          <p:nvPr>
            <p:ph idx="1"/>
          </p:nvPr>
        </p:nvSpPr>
        <p:spPr/>
        <p:txBody>
          <a:bodyPr>
            <a:normAutofit fontScale="92500" lnSpcReduction="10000"/>
          </a:bodyPr>
          <a:lstStyle/>
          <a:p>
            <a:r>
              <a:rPr lang="en-US" altLang="ja-JP" cap="none" dirty="0"/>
              <a:t>Remove EM/SP/OP HL from current ONC screen product pick list value as well as fields/dependencies that are not used for other products in ONC page</a:t>
            </a:r>
          </a:p>
          <a:p>
            <a:r>
              <a:rPr lang="en-US" altLang="ja-JP" cap="none" dirty="0"/>
              <a:t>Add ONC1 products to current ONC screen product pick list value as well as related fields/dependencies</a:t>
            </a:r>
          </a:p>
          <a:p>
            <a:r>
              <a:rPr lang="en-US" altLang="ja-JP" cap="none" dirty="0"/>
              <a:t>Add new attribute </a:t>
            </a:r>
            <a:r>
              <a:rPr lang="en-US" altLang="ja-JP" i="1" cap="none" dirty="0"/>
              <a:t>Therapeutic Area</a:t>
            </a:r>
            <a:r>
              <a:rPr lang="en-US" altLang="ja-JP" cap="none" dirty="0"/>
              <a:t> for marketing analysis purpose</a:t>
            </a:r>
          </a:p>
          <a:p>
            <a:r>
              <a:rPr lang="en-US" altLang="ja-JP" cap="none" dirty="0"/>
              <a:t>Add new attributes for tracking OP GC prescription data based on ONO alliance</a:t>
            </a:r>
          </a:p>
          <a:p>
            <a:r>
              <a:rPr lang="en-US" altLang="ja-JP" cap="none" dirty="0"/>
              <a:t>Change product picklist value OPDIVO EC to OPDIVO ESOPHAGEAL as CPM standard</a:t>
            </a:r>
          </a:p>
          <a:p>
            <a:r>
              <a:rPr lang="en-US" altLang="ja-JP" cap="none" dirty="0"/>
              <a:t>No need to migrate advanced survey historical data. However reports regarding advanced survey should be left for reference</a:t>
            </a:r>
          </a:p>
          <a:p>
            <a:r>
              <a:rPr lang="en-US" altLang="ja-JP" cap="none" dirty="0"/>
              <a:t>Adjust Prescription follow up report for ONC to cover new attributes</a:t>
            </a:r>
          </a:p>
        </p:txBody>
      </p:sp>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a:lstStyle/>
          <a:p>
            <a:fld id="{B58DE5F1-E0F9-4CCA-92B7-7A6FC4DFEE14}" type="slidenum">
              <a:rPr lang="en-US" smtClean="0"/>
              <a:pPr/>
              <a:t>10</a:t>
            </a:fld>
            <a:endParaRPr lang="en-US"/>
          </a:p>
        </p:txBody>
      </p:sp>
      <p:grpSp>
        <p:nvGrpSpPr>
          <p:cNvPr id="7" name="グループ化 6">
            <a:extLst>
              <a:ext uri="{FF2B5EF4-FFF2-40B4-BE49-F238E27FC236}">
                <a16:creationId xmlns:a16="http://schemas.microsoft.com/office/drawing/2014/main" id="{220B89C7-2D96-4F02-BA09-51DE8A3694EE}"/>
              </a:ext>
            </a:extLst>
          </p:cNvPr>
          <p:cNvGrpSpPr/>
          <p:nvPr/>
        </p:nvGrpSpPr>
        <p:grpSpPr>
          <a:xfrm>
            <a:off x="0" y="250000"/>
            <a:ext cx="12192000" cy="646331"/>
            <a:chOff x="0" y="600479"/>
            <a:chExt cx="12192000" cy="646331"/>
          </a:xfrm>
        </p:grpSpPr>
        <p:sp>
          <p:nvSpPr>
            <p:cNvPr id="8" name="テキスト ボックス 7">
              <a:extLst>
                <a:ext uri="{FF2B5EF4-FFF2-40B4-BE49-F238E27FC236}">
                  <a16:creationId xmlns:a16="http://schemas.microsoft.com/office/drawing/2014/main" id="{C86C58D8-8DA3-482C-A039-DC6EC268D3F0}"/>
                </a:ext>
              </a:extLst>
            </p:cNvPr>
            <p:cNvSpPr txBox="1"/>
            <p:nvPr/>
          </p:nvSpPr>
          <p:spPr>
            <a:xfrm>
              <a:off x="356233" y="600479"/>
              <a:ext cx="7829550" cy="646331"/>
            </a:xfrm>
            <a:prstGeom prst="rect">
              <a:avLst/>
            </a:prstGeom>
            <a:noFill/>
          </p:spPr>
          <p:txBody>
            <a:bodyPr wrap="square" rtlCol="0">
              <a:spAutoFit/>
            </a:bodyPr>
            <a:lstStyle/>
            <a:p>
              <a:r>
                <a:rPr kumimoji="1" lang="en-US" altLang="ja-JP" sz="3600" dirty="0"/>
                <a:t>Request</a:t>
              </a:r>
              <a:endParaRPr kumimoji="1" lang="en-US" altLang="ja-JP" sz="2800" dirty="0"/>
            </a:p>
          </p:txBody>
        </p:sp>
        <p:cxnSp>
          <p:nvCxnSpPr>
            <p:cNvPr id="9" name="直線コネクタ 8">
              <a:extLst>
                <a:ext uri="{FF2B5EF4-FFF2-40B4-BE49-F238E27FC236}">
                  <a16:creationId xmlns:a16="http://schemas.microsoft.com/office/drawing/2014/main" id="{462B64F3-E127-4E2F-A68A-036A3B0FBA61}"/>
                </a:ext>
              </a:extLst>
            </p:cNvPr>
            <p:cNvCxnSpPr>
              <a:cxnSpLocks/>
            </p:cNvCxnSpPr>
            <p:nvPr/>
          </p:nvCxnSpPr>
          <p:spPr>
            <a:xfrm>
              <a:off x="0" y="1222319"/>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7742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16">
            <a:extLst>
              <a:ext uri="{FF2B5EF4-FFF2-40B4-BE49-F238E27FC236}">
                <a16:creationId xmlns:a16="http://schemas.microsoft.com/office/drawing/2014/main" id="{CABACE27-D034-4E76-8640-27A9509520A4}"/>
              </a:ext>
            </a:extLst>
          </p:cNvPr>
          <p:cNvGraphicFramePr>
            <a:graphicFrameLocks noGrp="1"/>
          </p:cNvGraphicFramePr>
          <p:nvPr>
            <p:ph idx="1"/>
            <p:extLst>
              <p:ext uri="{D42A27DB-BD31-4B8C-83A1-F6EECF244321}">
                <p14:modId xmlns:p14="http://schemas.microsoft.com/office/powerpoint/2010/main" val="603690222"/>
              </p:ext>
            </p:extLst>
          </p:nvPr>
        </p:nvGraphicFramePr>
        <p:xfrm>
          <a:off x="3463925" y="1543682"/>
          <a:ext cx="5013324" cy="4599003"/>
        </p:xfrm>
        <a:graphic>
          <a:graphicData uri="http://schemas.openxmlformats.org/drawingml/2006/table">
            <a:tbl>
              <a:tblPr firstRow="1" bandRow="1">
                <a:tableStyleId>{5940675A-B579-460E-94D1-54222C63F5DA}</a:tableStyleId>
              </a:tblPr>
              <a:tblGrid>
                <a:gridCol w="1671108">
                  <a:extLst>
                    <a:ext uri="{9D8B030D-6E8A-4147-A177-3AD203B41FA5}">
                      <a16:colId xmlns:a16="http://schemas.microsoft.com/office/drawing/2014/main" val="3046879851"/>
                    </a:ext>
                  </a:extLst>
                </a:gridCol>
                <a:gridCol w="1671108">
                  <a:extLst>
                    <a:ext uri="{9D8B030D-6E8A-4147-A177-3AD203B41FA5}">
                      <a16:colId xmlns:a16="http://schemas.microsoft.com/office/drawing/2014/main" val="1477348069"/>
                    </a:ext>
                  </a:extLst>
                </a:gridCol>
                <a:gridCol w="1671108">
                  <a:extLst>
                    <a:ext uri="{9D8B030D-6E8A-4147-A177-3AD203B41FA5}">
                      <a16:colId xmlns:a16="http://schemas.microsoft.com/office/drawing/2014/main" val="1067624632"/>
                    </a:ext>
                  </a:extLst>
                </a:gridCol>
              </a:tblGrid>
              <a:tr h="375321">
                <a:tc rowSpan="11">
                  <a:txBody>
                    <a:bodyPr/>
                    <a:lstStyle/>
                    <a:p>
                      <a:pPr algn="ctr"/>
                      <a:r>
                        <a:rPr kumimoji="1" lang="en-US" altLang="ja-JP" dirty="0"/>
                        <a:t>ONC</a:t>
                      </a:r>
                      <a:endParaRPr kumimoji="1" lang="ja-JP" altLang="en-US" dirty="0"/>
                    </a:p>
                  </a:txBody>
                  <a:tcPr>
                    <a:solidFill>
                      <a:schemeClr val="accent2">
                        <a:lumMod val="20000"/>
                        <a:lumOff val="80000"/>
                      </a:schemeClr>
                    </a:solidFill>
                  </a:tcPr>
                </a:tc>
                <a:tc>
                  <a:txBody>
                    <a:bodyPr/>
                    <a:lstStyle/>
                    <a:p>
                      <a:r>
                        <a:rPr kumimoji="1" lang="en-US" altLang="ja-JP" dirty="0"/>
                        <a:t>LC</a:t>
                      </a:r>
                      <a:endParaRPr kumimoji="1" lang="ja-JP" altLang="en-US" dirty="0"/>
                    </a:p>
                  </a:txBody>
                  <a:tcPr>
                    <a:solidFill>
                      <a:schemeClr val="accent2">
                        <a:lumMod val="20000"/>
                        <a:lumOff val="80000"/>
                      </a:schemeClr>
                    </a:solidFill>
                  </a:tcPr>
                </a:tc>
                <a:tc>
                  <a:txBody>
                    <a:bodyPr/>
                    <a:lstStyle/>
                    <a:p>
                      <a:pPr marL="0" algn="l" defTabSz="914400" rtl="0" eaLnBrk="1" fontAlgn="ctr" latinLnBrk="0" hangingPunct="1"/>
                      <a:r>
                        <a:rPr kumimoji="1" lang="en-US" sz="1400" kern="1200" dirty="0">
                          <a:solidFill>
                            <a:schemeClr val="tx1"/>
                          </a:solidFill>
                          <a:latin typeface="+mn-lt"/>
                          <a:ea typeface="+mn-ea"/>
                          <a:cs typeface="+mn-cs"/>
                        </a:rPr>
                        <a:t>OPDIVO </a:t>
                      </a:r>
                      <a:r>
                        <a:rPr kumimoji="1" lang="en-US" altLang="ja-JP" sz="1400" kern="1200" dirty="0">
                          <a:solidFill>
                            <a:schemeClr val="tx1"/>
                          </a:solidFill>
                          <a:latin typeface="+mn-lt"/>
                          <a:ea typeface="+mn-ea"/>
                          <a:cs typeface="+mn-cs"/>
                        </a:rPr>
                        <a:t>LUNG</a:t>
                      </a:r>
                      <a:endParaRPr kumimoji="1" lang="en-US" sz="1400" kern="1200" dirty="0">
                        <a:solidFill>
                          <a:schemeClr val="tx1"/>
                        </a:solidFill>
                        <a:latin typeface="+mn-lt"/>
                        <a:ea typeface="+mn-ea"/>
                        <a:cs typeface="+mn-cs"/>
                      </a:endParaRPr>
                    </a:p>
                  </a:txBody>
                  <a:tcPr marL="6350" marR="6350" marT="6350" marB="0" anchor="ctr">
                    <a:solidFill>
                      <a:schemeClr val="accent2">
                        <a:lumMod val="20000"/>
                        <a:lumOff val="80000"/>
                      </a:schemeClr>
                    </a:solidFill>
                  </a:tcPr>
                </a:tc>
                <a:extLst>
                  <a:ext uri="{0D108BD9-81ED-4DB2-BD59-A6C34878D82A}">
                    <a16:rowId xmlns:a16="http://schemas.microsoft.com/office/drawing/2014/main" val="3454185345"/>
                  </a:ext>
                </a:extLst>
              </a:tr>
              <a:tr h="375321">
                <a:tc vMerge="1">
                  <a:txBody>
                    <a:bodyPr/>
                    <a:lstStyle/>
                    <a:p>
                      <a:endParaRPr kumimoji="1" lang="ja-JP" altLang="en-US" dirty="0"/>
                    </a:p>
                  </a:txBody>
                  <a:tcPr/>
                </a:tc>
                <a:tc rowSpan="2">
                  <a:txBody>
                    <a:bodyPr/>
                    <a:lstStyle/>
                    <a:p>
                      <a:r>
                        <a:rPr kumimoji="1" lang="en-US" altLang="ja-JP" dirty="0"/>
                        <a:t>RCC</a:t>
                      </a:r>
                      <a:endParaRPr kumimoji="1" lang="ja-JP" altLang="en-US" dirty="0"/>
                    </a:p>
                  </a:txBody>
                  <a:tcPr>
                    <a:solidFill>
                      <a:schemeClr val="accent2">
                        <a:lumMod val="20000"/>
                        <a:lumOff val="80000"/>
                      </a:schemeClr>
                    </a:solidFill>
                  </a:tcPr>
                </a:tc>
                <a:tc>
                  <a:txBody>
                    <a:bodyPr/>
                    <a:lstStyle/>
                    <a:p>
                      <a:pPr marL="0" algn="l" defTabSz="914400" rtl="0" eaLnBrk="1" fontAlgn="ctr" latinLnBrk="0" hangingPunct="1"/>
                      <a:r>
                        <a:rPr kumimoji="1" lang="en-US" sz="1400" kern="1200" dirty="0">
                          <a:solidFill>
                            <a:schemeClr val="tx1"/>
                          </a:solidFill>
                          <a:latin typeface="+mn-lt"/>
                          <a:ea typeface="+mn-ea"/>
                          <a:cs typeface="+mn-cs"/>
                        </a:rPr>
                        <a:t>OPDIVO RCC</a:t>
                      </a:r>
                    </a:p>
                  </a:txBody>
                  <a:tcPr marL="6350" marR="6350" marT="6350" marB="0" anchor="ctr">
                    <a:solidFill>
                      <a:schemeClr val="accent2">
                        <a:lumMod val="20000"/>
                        <a:lumOff val="80000"/>
                      </a:schemeClr>
                    </a:solidFill>
                  </a:tcPr>
                </a:tc>
                <a:extLst>
                  <a:ext uri="{0D108BD9-81ED-4DB2-BD59-A6C34878D82A}">
                    <a16:rowId xmlns:a16="http://schemas.microsoft.com/office/drawing/2014/main" val="835167332"/>
                  </a:ext>
                </a:extLst>
              </a:tr>
              <a:tr h="424013">
                <a:tc vMerge="1">
                  <a:txBody>
                    <a:bodyPr/>
                    <a:lstStyle/>
                    <a:p>
                      <a:endParaRPr kumimoji="1" lang="ja-JP" altLang="en-US" dirty="0"/>
                    </a:p>
                  </a:txBody>
                  <a:tcPr/>
                </a:tc>
                <a:tc vMerge="1">
                  <a:txBody>
                    <a:bodyPr/>
                    <a:lstStyle/>
                    <a:p>
                      <a:endParaRPr kumimoji="1" lang="ja-JP" altLang="en-US" dirty="0"/>
                    </a:p>
                  </a:txBody>
                  <a:tcPr/>
                </a:tc>
                <a:tc>
                  <a:txBody>
                    <a:bodyPr/>
                    <a:lstStyle/>
                    <a:p>
                      <a:pPr marL="0" algn="l" defTabSz="914400" rtl="0" eaLnBrk="1" fontAlgn="ctr" latinLnBrk="0" hangingPunct="1"/>
                      <a:r>
                        <a:rPr kumimoji="1" lang="en-US" sz="1400" kern="1200" dirty="0">
                          <a:solidFill>
                            <a:schemeClr val="tx1"/>
                          </a:solidFill>
                          <a:latin typeface="+mn-lt"/>
                          <a:ea typeface="+mn-ea"/>
                          <a:cs typeface="+mn-cs"/>
                        </a:rPr>
                        <a:t>OPDIVO+YERVOY RCC</a:t>
                      </a:r>
                    </a:p>
                  </a:txBody>
                  <a:tcPr marL="6350" marR="6350" marT="6350" marB="0" anchor="ctr">
                    <a:solidFill>
                      <a:schemeClr val="accent2">
                        <a:lumMod val="20000"/>
                        <a:lumOff val="80000"/>
                      </a:schemeClr>
                    </a:solidFill>
                  </a:tcPr>
                </a:tc>
                <a:extLst>
                  <a:ext uri="{0D108BD9-81ED-4DB2-BD59-A6C34878D82A}">
                    <a16:rowId xmlns:a16="http://schemas.microsoft.com/office/drawing/2014/main" val="1570726077"/>
                  </a:ext>
                </a:extLst>
              </a:tr>
              <a:tr h="375321">
                <a:tc vMerge="1">
                  <a:txBody>
                    <a:bodyPr/>
                    <a:lstStyle/>
                    <a:p>
                      <a:endParaRPr kumimoji="1" lang="ja-JP" altLang="en-US" dirty="0"/>
                    </a:p>
                  </a:txBody>
                  <a:tcPr/>
                </a:tc>
                <a:tc>
                  <a:txBody>
                    <a:bodyPr/>
                    <a:lstStyle/>
                    <a:p>
                      <a:r>
                        <a:rPr kumimoji="1" lang="en-US" altLang="ja-JP" dirty="0"/>
                        <a:t>H&amp;N</a:t>
                      </a:r>
                      <a:endParaRPr kumimoji="1" lang="ja-JP" altLang="en-US" dirty="0"/>
                    </a:p>
                  </a:txBody>
                  <a:tcPr>
                    <a:solidFill>
                      <a:schemeClr val="accent2">
                        <a:lumMod val="20000"/>
                        <a:lumOff val="80000"/>
                      </a:schemeClr>
                    </a:solidFill>
                  </a:tcPr>
                </a:tc>
                <a:tc>
                  <a:txBody>
                    <a:bodyPr/>
                    <a:lstStyle/>
                    <a:p>
                      <a:pPr marL="0" algn="l" defTabSz="914400" rtl="0" eaLnBrk="1" fontAlgn="ctr" latinLnBrk="0" hangingPunct="1"/>
                      <a:r>
                        <a:rPr kumimoji="1" lang="en-US" sz="1400" kern="1200" dirty="0">
                          <a:solidFill>
                            <a:schemeClr val="tx1"/>
                          </a:solidFill>
                          <a:latin typeface="+mn-lt"/>
                          <a:ea typeface="+mn-ea"/>
                          <a:cs typeface="+mn-cs"/>
                        </a:rPr>
                        <a:t>OPDIVO H&amp;N</a:t>
                      </a:r>
                    </a:p>
                  </a:txBody>
                  <a:tcPr marL="6350" marR="6350" marT="6350" marB="0" anchor="ctr">
                    <a:solidFill>
                      <a:schemeClr val="accent2">
                        <a:lumMod val="20000"/>
                        <a:lumOff val="80000"/>
                      </a:schemeClr>
                    </a:solidFill>
                  </a:tcPr>
                </a:tc>
                <a:extLst>
                  <a:ext uri="{0D108BD9-81ED-4DB2-BD59-A6C34878D82A}">
                    <a16:rowId xmlns:a16="http://schemas.microsoft.com/office/drawing/2014/main" val="1399615099"/>
                  </a:ext>
                </a:extLst>
              </a:tr>
              <a:tr h="375321">
                <a:tc vMerge="1">
                  <a:txBody>
                    <a:bodyPr/>
                    <a:lstStyle/>
                    <a:p>
                      <a:endParaRPr kumimoji="1" lang="ja-JP" altLang="en-US" dirty="0"/>
                    </a:p>
                  </a:txBody>
                  <a:tcPr/>
                </a:tc>
                <a:tc>
                  <a:txBody>
                    <a:bodyPr/>
                    <a:lstStyle/>
                    <a:p>
                      <a:r>
                        <a:rPr kumimoji="1" lang="en-US" altLang="ja-JP" dirty="0"/>
                        <a:t>GC</a:t>
                      </a:r>
                      <a:endParaRPr kumimoji="1" lang="ja-JP" altLang="en-US" dirty="0"/>
                    </a:p>
                  </a:txBody>
                  <a:tcPr>
                    <a:solidFill>
                      <a:schemeClr val="accent2">
                        <a:lumMod val="20000"/>
                        <a:lumOff val="80000"/>
                      </a:schemeClr>
                    </a:solidFill>
                  </a:tcPr>
                </a:tc>
                <a:tc>
                  <a:txBody>
                    <a:bodyPr/>
                    <a:lstStyle/>
                    <a:p>
                      <a:pPr marL="0" algn="l" defTabSz="914400" rtl="0" eaLnBrk="1" fontAlgn="ctr" latinLnBrk="0" hangingPunct="1"/>
                      <a:r>
                        <a:rPr kumimoji="1" lang="en-US" sz="1400" kern="1200" dirty="0">
                          <a:solidFill>
                            <a:schemeClr val="tx1"/>
                          </a:solidFill>
                          <a:latin typeface="+mn-lt"/>
                          <a:ea typeface="+mn-ea"/>
                          <a:cs typeface="+mn-cs"/>
                        </a:rPr>
                        <a:t>OPDIVO GC</a:t>
                      </a:r>
                    </a:p>
                  </a:txBody>
                  <a:tcPr marL="6350" marR="6350" marT="6350" marB="0" anchor="ctr">
                    <a:solidFill>
                      <a:schemeClr val="accent2">
                        <a:lumMod val="20000"/>
                        <a:lumOff val="80000"/>
                      </a:schemeClr>
                    </a:solidFill>
                  </a:tcPr>
                </a:tc>
                <a:extLst>
                  <a:ext uri="{0D108BD9-81ED-4DB2-BD59-A6C34878D82A}">
                    <a16:rowId xmlns:a16="http://schemas.microsoft.com/office/drawing/2014/main" val="2776959175"/>
                  </a:ext>
                </a:extLst>
              </a:tr>
              <a:tr h="424013">
                <a:tc vMerge="1">
                  <a:txBody>
                    <a:bodyPr/>
                    <a:lstStyle/>
                    <a:p>
                      <a:endParaRPr kumimoji="1" lang="ja-JP" altLang="en-US" dirty="0"/>
                    </a:p>
                  </a:txBody>
                  <a:tcPr/>
                </a:tc>
                <a:tc>
                  <a:txBody>
                    <a:bodyPr/>
                    <a:lstStyle/>
                    <a:p>
                      <a:r>
                        <a:rPr kumimoji="1" lang="en-US" altLang="ja-JP" dirty="0"/>
                        <a:t>EC</a:t>
                      </a:r>
                      <a:endParaRPr kumimoji="1" lang="ja-JP" altLang="en-US" dirty="0"/>
                    </a:p>
                  </a:txBody>
                  <a:tcPr>
                    <a:solidFill>
                      <a:schemeClr val="accent2">
                        <a:lumMod val="20000"/>
                        <a:lumOff val="80000"/>
                      </a:schemeClr>
                    </a:solidFill>
                  </a:tcPr>
                </a:tc>
                <a:tc>
                  <a:txBody>
                    <a:bodyPr/>
                    <a:lstStyle/>
                    <a:p>
                      <a:pPr marL="0" algn="l" defTabSz="914400" rtl="0" eaLnBrk="1" fontAlgn="ctr" latinLnBrk="0" hangingPunct="1"/>
                      <a:r>
                        <a:rPr kumimoji="1" lang="en-US" sz="1400" kern="1200" dirty="0">
                          <a:solidFill>
                            <a:schemeClr val="tx1"/>
                          </a:solidFill>
                          <a:latin typeface="+mn-lt"/>
                          <a:ea typeface="+mn-ea"/>
                          <a:cs typeface="+mn-cs"/>
                        </a:rPr>
                        <a:t>OPDIVO ESOPHAGEAL</a:t>
                      </a:r>
                    </a:p>
                  </a:txBody>
                  <a:tcPr marL="6350" marR="6350" marT="6350" marB="0" anchor="ctr">
                    <a:solidFill>
                      <a:schemeClr val="accent2">
                        <a:lumMod val="20000"/>
                        <a:lumOff val="80000"/>
                      </a:schemeClr>
                    </a:solidFill>
                  </a:tcPr>
                </a:tc>
                <a:extLst>
                  <a:ext uri="{0D108BD9-81ED-4DB2-BD59-A6C34878D82A}">
                    <a16:rowId xmlns:a16="http://schemas.microsoft.com/office/drawing/2014/main" val="1102228870"/>
                  </a:ext>
                </a:extLst>
              </a:tr>
              <a:tr h="375321">
                <a:tc vMerge="1">
                  <a:txBody>
                    <a:bodyPr/>
                    <a:lstStyle/>
                    <a:p>
                      <a:endParaRPr kumimoji="1" lang="ja-JP" altLang="en-US" dirty="0"/>
                    </a:p>
                  </a:txBody>
                  <a:tcPr/>
                </a:tc>
                <a:tc rowSpan="2">
                  <a:txBody>
                    <a:bodyPr/>
                    <a:lstStyle/>
                    <a:p>
                      <a:r>
                        <a:rPr kumimoji="1" lang="en-US" altLang="ja-JP" dirty="0"/>
                        <a:t>CRC</a:t>
                      </a:r>
                      <a:endParaRPr kumimoji="1" lang="ja-JP" altLang="en-US" dirty="0"/>
                    </a:p>
                  </a:txBody>
                  <a:tcPr>
                    <a:solidFill>
                      <a:schemeClr val="accent2">
                        <a:lumMod val="20000"/>
                        <a:lumOff val="80000"/>
                      </a:schemeClr>
                    </a:solidFill>
                  </a:tcPr>
                </a:tc>
                <a:tc>
                  <a:txBody>
                    <a:bodyPr/>
                    <a:lstStyle/>
                    <a:p>
                      <a:pPr marL="0" algn="l" defTabSz="914400" rtl="0" eaLnBrk="1" fontAlgn="ctr" latinLnBrk="0" hangingPunct="1"/>
                      <a:r>
                        <a:rPr kumimoji="1" lang="en-US" sz="1400" kern="1200" dirty="0">
                          <a:solidFill>
                            <a:schemeClr val="tx1"/>
                          </a:solidFill>
                          <a:latin typeface="+mn-lt"/>
                          <a:ea typeface="+mn-ea"/>
                          <a:cs typeface="+mn-cs"/>
                        </a:rPr>
                        <a:t>OPDIVO CRC</a:t>
                      </a:r>
                    </a:p>
                  </a:txBody>
                  <a:tcPr marL="6350" marR="6350" marT="6350" marB="0" anchor="ctr">
                    <a:solidFill>
                      <a:schemeClr val="accent2">
                        <a:lumMod val="20000"/>
                        <a:lumOff val="80000"/>
                      </a:schemeClr>
                    </a:solidFill>
                  </a:tcPr>
                </a:tc>
                <a:extLst>
                  <a:ext uri="{0D108BD9-81ED-4DB2-BD59-A6C34878D82A}">
                    <a16:rowId xmlns:a16="http://schemas.microsoft.com/office/drawing/2014/main" val="3745436521"/>
                  </a:ext>
                </a:extLst>
              </a:tr>
              <a:tr h="424013">
                <a:tc vMerge="1">
                  <a:txBody>
                    <a:bodyPr/>
                    <a:lstStyle/>
                    <a:p>
                      <a:endParaRPr kumimoji="1" lang="ja-JP" altLang="en-US" dirty="0"/>
                    </a:p>
                  </a:txBody>
                  <a:tcPr/>
                </a:tc>
                <a:tc vMerge="1">
                  <a:txBody>
                    <a:bodyPr/>
                    <a:lstStyle/>
                    <a:p>
                      <a:endParaRPr kumimoji="1" lang="ja-JP" altLang="en-US" dirty="0"/>
                    </a:p>
                  </a:txBody>
                  <a:tcPr/>
                </a:tc>
                <a:tc>
                  <a:txBody>
                    <a:bodyPr/>
                    <a:lstStyle/>
                    <a:p>
                      <a:pPr marL="0" algn="l" defTabSz="914400" rtl="0" eaLnBrk="1" fontAlgn="ctr" latinLnBrk="0" hangingPunct="1"/>
                      <a:r>
                        <a:rPr kumimoji="1" lang="en-US" sz="1400" kern="1200" dirty="0">
                          <a:solidFill>
                            <a:schemeClr val="tx1"/>
                          </a:solidFill>
                          <a:latin typeface="+mn-lt"/>
                          <a:ea typeface="+mn-ea"/>
                          <a:cs typeface="+mn-cs"/>
                        </a:rPr>
                        <a:t>OPDIVO+YERVOY CRC</a:t>
                      </a:r>
                    </a:p>
                  </a:txBody>
                  <a:tcPr marL="6350" marR="6350" marT="6350" marB="0" anchor="ctr">
                    <a:solidFill>
                      <a:schemeClr val="accent2">
                        <a:lumMod val="20000"/>
                        <a:lumOff val="80000"/>
                      </a:schemeClr>
                    </a:solidFill>
                  </a:tcPr>
                </a:tc>
                <a:extLst>
                  <a:ext uri="{0D108BD9-81ED-4DB2-BD59-A6C34878D82A}">
                    <a16:rowId xmlns:a16="http://schemas.microsoft.com/office/drawing/2014/main" val="1623930663"/>
                  </a:ext>
                </a:extLst>
              </a:tr>
              <a:tr h="424013">
                <a:tc vMerge="1">
                  <a:txBody>
                    <a:bodyPr/>
                    <a:lstStyle/>
                    <a:p>
                      <a:endParaRPr kumimoji="1" lang="ja-JP" altLang="en-US" dirty="0"/>
                    </a:p>
                  </a:txBody>
                  <a:tcPr/>
                </a:tc>
                <a:tc rowSpan="3">
                  <a:txBody>
                    <a:bodyPr/>
                    <a:lstStyle/>
                    <a:p>
                      <a:r>
                        <a:rPr kumimoji="1" lang="en-US" altLang="ja-JP" dirty="0"/>
                        <a:t>Mela</a:t>
                      </a:r>
                      <a:endParaRPr kumimoji="1" lang="ja-JP" altLang="en-US" dirty="0"/>
                    </a:p>
                  </a:txBody>
                  <a:tcPr>
                    <a:solidFill>
                      <a:schemeClr val="accent2">
                        <a:lumMod val="20000"/>
                        <a:lumOff val="80000"/>
                      </a:schemeClr>
                    </a:solidFill>
                  </a:tcPr>
                </a:tc>
                <a:tc>
                  <a:txBody>
                    <a:bodyPr/>
                    <a:lstStyle/>
                    <a:p>
                      <a:pPr marL="0" algn="l" defTabSz="914400" rtl="0" eaLnBrk="1" fontAlgn="ctr" latinLnBrk="0" hangingPunct="1"/>
                      <a:r>
                        <a:rPr kumimoji="1" lang="en-US" sz="1400" kern="1200" dirty="0">
                          <a:solidFill>
                            <a:schemeClr val="tx1"/>
                          </a:solidFill>
                          <a:latin typeface="+mn-lt"/>
                          <a:ea typeface="+mn-ea"/>
                          <a:cs typeface="+mn-cs"/>
                        </a:rPr>
                        <a:t>OPDIVO </a:t>
                      </a:r>
                      <a:r>
                        <a:rPr kumimoji="1" lang="en-US" altLang="ja-JP" sz="1400" kern="1200" dirty="0">
                          <a:solidFill>
                            <a:schemeClr val="tx1"/>
                          </a:solidFill>
                          <a:latin typeface="+mn-lt"/>
                          <a:ea typeface="+mn-ea"/>
                          <a:cs typeface="+mn-cs"/>
                        </a:rPr>
                        <a:t>MELANOMA</a:t>
                      </a:r>
                      <a:endParaRPr kumimoji="1" lang="en-US" sz="1400" kern="1200" dirty="0">
                        <a:solidFill>
                          <a:schemeClr val="tx1"/>
                        </a:solidFill>
                        <a:latin typeface="+mn-lt"/>
                        <a:ea typeface="+mn-ea"/>
                        <a:cs typeface="+mn-cs"/>
                      </a:endParaRPr>
                    </a:p>
                  </a:txBody>
                  <a:tcPr marL="6350" marR="6350" marT="6350" marB="0" anchor="ctr">
                    <a:solidFill>
                      <a:schemeClr val="accent2">
                        <a:lumMod val="20000"/>
                        <a:lumOff val="80000"/>
                      </a:schemeClr>
                    </a:solidFill>
                  </a:tcPr>
                </a:tc>
                <a:extLst>
                  <a:ext uri="{0D108BD9-81ED-4DB2-BD59-A6C34878D82A}">
                    <a16:rowId xmlns:a16="http://schemas.microsoft.com/office/drawing/2014/main" val="210926371"/>
                  </a:ext>
                </a:extLst>
              </a:tr>
              <a:tr h="632911">
                <a:tc vMerge="1">
                  <a:txBody>
                    <a:bodyPr/>
                    <a:lstStyle/>
                    <a:p>
                      <a:endParaRPr kumimoji="1" lang="ja-JP" altLang="en-US" dirty="0"/>
                    </a:p>
                  </a:txBody>
                  <a:tcPr/>
                </a:tc>
                <a:tc vMerge="1">
                  <a:txBody>
                    <a:bodyPr/>
                    <a:lstStyle/>
                    <a:p>
                      <a:endParaRPr kumimoji="1" lang="ja-JP" altLang="en-US" dirty="0"/>
                    </a:p>
                  </a:txBody>
                  <a:tcPr/>
                </a:tc>
                <a:tc>
                  <a:txBody>
                    <a:bodyPr/>
                    <a:lstStyle/>
                    <a:p>
                      <a:pPr marL="0" algn="l" defTabSz="914400" rtl="0" eaLnBrk="1" fontAlgn="ctr" latinLnBrk="0" hangingPunct="1"/>
                      <a:r>
                        <a:rPr kumimoji="1" lang="en-US" sz="1400" kern="1200" dirty="0">
                          <a:solidFill>
                            <a:schemeClr val="tx1"/>
                          </a:solidFill>
                          <a:latin typeface="+mn-lt"/>
                          <a:ea typeface="+mn-ea"/>
                          <a:cs typeface="+mn-cs"/>
                        </a:rPr>
                        <a:t>OPDIVO+YERVOY </a:t>
                      </a:r>
                      <a:r>
                        <a:rPr kumimoji="1" lang="en-US" altLang="ja-JP" sz="1400" kern="1200" dirty="0">
                          <a:solidFill>
                            <a:schemeClr val="tx1"/>
                          </a:solidFill>
                          <a:latin typeface="+mn-lt"/>
                          <a:ea typeface="+mn-ea"/>
                          <a:cs typeface="+mn-cs"/>
                        </a:rPr>
                        <a:t>MELANOMA</a:t>
                      </a:r>
                      <a:endParaRPr kumimoji="1" lang="en-US" sz="1400" kern="1200" dirty="0">
                        <a:solidFill>
                          <a:schemeClr val="tx1"/>
                        </a:solidFill>
                        <a:latin typeface="+mn-lt"/>
                        <a:ea typeface="+mn-ea"/>
                        <a:cs typeface="+mn-cs"/>
                      </a:endParaRPr>
                    </a:p>
                  </a:txBody>
                  <a:tcPr marL="6350" marR="6350" marT="6350" marB="0" anchor="ctr">
                    <a:solidFill>
                      <a:schemeClr val="accent2">
                        <a:lumMod val="20000"/>
                        <a:lumOff val="80000"/>
                      </a:schemeClr>
                    </a:solidFill>
                  </a:tcPr>
                </a:tc>
                <a:extLst>
                  <a:ext uri="{0D108BD9-81ED-4DB2-BD59-A6C34878D82A}">
                    <a16:rowId xmlns:a16="http://schemas.microsoft.com/office/drawing/2014/main" val="60779196"/>
                  </a:ext>
                </a:extLst>
              </a:tr>
              <a:tr h="375321">
                <a:tc vMerge="1">
                  <a:txBody>
                    <a:bodyPr/>
                    <a:lstStyle/>
                    <a:p>
                      <a:endParaRPr kumimoji="1" lang="ja-JP" altLang="en-US" dirty="0"/>
                    </a:p>
                  </a:txBody>
                  <a:tcPr/>
                </a:tc>
                <a:tc vMerge="1">
                  <a:txBody>
                    <a:bodyPr/>
                    <a:lstStyle/>
                    <a:p>
                      <a:endParaRPr kumimoji="1" lang="ja-JP" altLang="en-US" dirty="0"/>
                    </a:p>
                  </a:txBody>
                  <a:tcPr/>
                </a:tc>
                <a:tc>
                  <a:txBody>
                    <a:bodyPr/>
                    <a:lstStyle/>
                    <a:p>
                      <a:pPr marL="0" algn="l" defTabSz="914400" rtl="0" eaLnBrk="1" fontAlgn="ctr" latinLnBrk="0" hangingPunct="1"/>
                      <a:r>
                        <a:rPr kumimoji="1" lang="en-US" sz="1400" kern="1200" dirty="0">
                          <a:solidFill>
                            <a:schemeClr val="tx1"/>
                          </a:solidFill>
                          <a:latin typeface="+mn-lt"/>
                          <a:ea typeface="+mn-ea"/>
                          <a:cs typeface="+mn-cs"/>
                        </a:rPr>
                        <a:t>YERVOY</a:t>
                      </a:r>
                    </a:p>
                  </a:txBody>
                  <a:tcPr marL="6350" marR="6350" marT="6350" marB="0" anchor="ctr">
                    <a:solidFill>
                      <a:schemeClr val="accent2">
                        <a:lumMod val="20000"/>
                        <a:lumOff val="80000"/>
                      </a:schemeClr>
                    </a:solidFill>
                  </a:tcPr>
                </a:tc>
                <a:extLst>
                  <a:ext uri="{0D108BD9-81ED-4DB2-BD59-A6C34878D82A}">
                    <a16:rowId xmlns:a16="http://schemas.microsoft.com/office/drawing/2014/main" val="3402076443"/>
                  </a:ext>
                </a:extLst>
              </a:tr>
            </a:tbl>
          </a:graphicData>
        </a:graphic>
      </p:graphicFrame>
      <p:sp>
        <p:nvSpPr>
          <p:cNvPr id="4" name="Slide Number Placeholder 3">
            <a:extLst>
              <a:ext uri="{FF2B5EF4-FFF2-40B4-BE49-F238E27FC236}">
                <a16:creationId xmlns:a16="http://schemas.microsoft.com/office/drawing/2014/main" id="{B5722968-9FA5-3C47-84C7-8D1C801A5489}"/>
              </a:ext>
            </a:extLst>
          </p:cNvPr>
          <p:cNvSpPr>
            <a:spLocks noGrp="1"/>
          </p:cNvSpPr>
          <p:nvPr>
            <p:ph type="sldNum" sz="quarter" idx="12"/>
          </p:nvPr>
        </p:nvSpPr>
        <p:spPr/>
        <p:txBody>
          <a:bodyPr/>
          <a:lstStyle/>
          <a:p>
            <a:fld id="{B58DE5F1-E0F9-4CCA-92B7-7A6FC4DFEE14}" type="slidenum">
              <a:rPr lang="en-US" smtClean="0"/>
              <a:pPr/>
              <a:t>11</a:t>
            </a:fld>
            <a:endParaRPr lang="en-US"/>
          </a:p>
        </p:txBody>
      </p:sp>
      <p:grpSp>
        <p:nvGrpSpPr>
          <p:cNvPr id="7" name="グループ化 6">
            <a:extLst>
              <a:ext uri="{FF2B5EF4-FFF2-40B4-BE49-F238E27FC236}">
                <a16:creationId xmlns:a16="http://schemas.microsoft.com/office/drawing/2014/main" id="{89A6762F-38A4-431D-84F3-7BDCE4EC4FCF}"/>
              </a:ext>
            </a:extLst>
          </p:cNvPr>
          <p:cNvGrpSpPr/>
          <p:nvPr/>
        </p:nvGrpSpPr>
        <p:grpSpPr>
          <a:xfrm>
            <a:off x="0" y="250000"/>
            <a:ext cx="12192000" cy="646331"/>
            <a:chOff x="0" y="600479"/>
            <a:chExt cx="12192000" cy="646331"/>
          </a:xfrm>
        </p:grpSpPr>
        <p:sp>
          <p:nvSpPr>
            <p:cNvPr id="9" name="テキスト ボックス 8">
              <a:extLst>
                <a:ext uri="{FF2B5EF4-FFF2-40B4-BE49-F238E27FC236}">
                  <a16:creationId xmlns:a16="http://schemas.microsoft.com/office/drawing/2014/main" id="{8368031F-6A97-41D6-9FD4-DA0945969F48}"/>
                </a:ext>
              </a:extLst>
            </p:cNvPr>
            <p:cNvSpPr txBox="1"/>
            <p:nvPr/>
          </p:nvSpPr>
          <p:spPr>
            <a:xfrm>
              <a:off x="356233" y="600479"/>
              <a:ext cx="7829550" cy="646331"/>
            </a:xfrm>
            <a:prstGeom prst="rect">
              <a:avLst/>
            </a:prstGeom>
            <a:noFill/>
          </p:spPr>
          <p:txBody>
            <a:bodyPr wrap="square" rtlCol="0">
              <a:spAutoFit/>
            </a:bodyPr>
            <a:lstStyle/>
            <a:p>
              <a:r>
                <a:rPr kumimoji="1" lang="en-US" altLang="ja-JP" sz="3600" dirty="0"/>
                <a:t>Appendix</a:t>
              </a:r>
              <a:endParaRPr kumimoji="1" lang="en-US" altLang="ja-JP" sz="2800" dirty="0"/>
            </a:p>
          </p:txBody>
        </p:sp>
        <p:cxnSp>
          <p:nvCxnSpPr>
            <p:cNvPr id="10" name="直線コネクタ 9">
              <a:extLst>
                <a:ext uri="{FF2B5EF4-FFF2-40B4-BE49-F238E27FC236}">
                  <a16:creationId xmlns:a16="http://schemas.microsoft.com/office/drawing/2014/main" id="{D0DD0D78-754F-46F2-9D86-BDE40DF978CB}"/>
                </a:ext>
              </a:extLst>
            </p:cNvPr>
            <p:cNvCxnSpPr>
              <a:cxnSpLocks/>
            </p:cNvCxnSpPr>
            <p:nvPr/>
          </p:nvCxnSpPr>
          <p:spPr>
            <a:xfrm>
              <a:off x="0" y="1222319"/>
              <a:ext cx="121920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2" name="テキスト ボックス 1">
            <a:extLst>
              <a:ext uri="{FF2B5EF4-FFF2-40B4-BE49-F238E27FC236}">
                <a16:creationId xmlns:a16="http://schemas.microsoft.com/office/drawing/2014/main" id="{301811D7-0977-458C-BB1C-5727BDD10C89}"/>
              </a:ext>
            </a:extLst>
          </p:cNvPr>
          <p:cNvSpPr txBox="1"/>
          <p:nvPr/>
        </p:nvSpPr>
        <p:spPr>
          <a:xfrm>
            <a:off x="356233" y="915381"/>
            <a:ext cx="2682242" cy="523220"/>
          </a:xfrm>
          <a:prstGeom prst="rect">
            <a:avLst/>
          </a:prstGeom>
          <a:noFill/>
        </p:spPr>
        <p:txBody>
          <a:bodyPr wrap="square" rtlCol="0">
            <a:spAutoFit/>
          </a:bodyPr>
          <a:lstStyle/>
          <a:p>
            <a:r>
              <a:rPr lang="en-US" altLang="ja-JP" sz="2800" dirty="0"/>
              <a:t>TA/Product</a:t>
            </a:r>
            <a:r>
              <a:rPr lang="ja-JP" altLang="en-US" sz="2800" dirty="0"/>
              <a:t> </a:t>
            </a:r>
            <a:r>
              <a:rPr lang="en-US" altLang="ja-JP" sz="2800" dirty="0"/>
              <a:t>list</a:t>
            </a:r>
            <a:endParaRPr kumimoji="1" lang="ja-JP" altLang="en-US" sz="2800" dirty="0"/>
          </a:p>
        </p:txBody>
      </p:sp>
    </p:spTree>
    <p:extLst>
      <p:ext uri="{BB962C8B-B14F-4D97-AF65-F5344CB8AC3E}">
        <p14:creationId xmlns:p14="http://schemas.microsoft.com/office/powerpoint/2010/main" val="33637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しずく">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しずく">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BE2BBB"/>
      </a:hlink>
      <a:folHlink>
        <a:srgbClr val="BE2BBB"/>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28575" cap="rnd"/>
      </a:spPr>
      <a:bodyPr/>
      <a:lstStyle/>
      <a:style>
        <a:lnRef idx="1">
          <a:srgbClr val="BE2BBB"/>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1">
      <a:srgbClr val="FFECCD"/>
    </a:custClr>
    <a:custClr name="Peach 1">
      <a:srgbClr val="FEDCCA"/>
    </a:custClr>
    <a:custClr name="Sienna 1">
      <a:srgbClr val="DAC5C5"/>
    </a:custClr>
    <a:custClr name="Mint 1">
      <a:srgbClr val="C5FFE6"/>
    </a:custClr>
    <a:custClr name="Aqua 1">
      <a:srgbClr val="C0F2FB"/>
    </a:custClr>
    <a:custClr name="Olive 1">
      <a:srgbClr val="EAD5C9"/>
    </a:custClr>
    <a:custClr name="Almond 1">
      <a:srgbClr val="DFCBC3"/>
    </a:custClr>
    <a:custClr name="Chocolate 1">
      <a:srgbClr val="D2CAC8"/>
    </a:custClr>
    <a:custClr name="White">
      <a:srgbClr val="FFFFFF"/>
    </a:custClr>
    <a:custClr name="White">
      <a:srgbClr val="FFFFFF"/>
    </a:custClr>
  </a:custClrLst>
</a:theme>
</file>

<file path=ppt/theme/theme3.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BE2BBB"/>
      </a:hlink>
      <a:folHlink>
        <a:srgbClr val="BE2BBB"/>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28575" cap="rnd"/>
      </a:spPr>
      <a:bodyPr/>
      <a:lstStyle/>
      <a:style>
        <a:lnRef idx="1">
          <a:srgbClr val="BE2BBB"/>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1">
      <a:srgbClr val="FFECCD"/>
    </a:custClr>
    <a:custClr name="Peach 1">
      <a:srgbClr val="FEDCCA"/>
    </a:custClr>
    <a:custClr name="Sienna 1">
      <a:srgbClr val="DAC5C5"/>
    </a:custClr>
    <a:custClr name="Mint 1">
      <a:srgbClr val="C5FFE6"/>
    </a:custClr>
    <a:custClr name="Aqua 1">
      <a:srgbClr val="C0F2FB"/>
    </a:custClr>
    <a:custClr name="Olive 1">
      <a:srgbClr val="EAD5C9"/>
    </a:custClr>
    <a:custClr name="Almond 1">
      <a:srgbClr val="DFCBC3"/>
    </a:custClr>
    <a:custClr name="Chocolate 1">
      <a:srgbClr val="D2CAC8"/>
    </a:custClr>
    <a:custClr name="White">
      <a:srgbClr val="FFFFFF"/>
    </a:custClr>
    <a:custClr name="White">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CA Documents" ma:contentTypeID="0x010100F29EE3A8541FD84E839C1BF6BC27F486009480CDEB9BE0C74BA589BA65094B053F" ma:contentTypeVersion="55" ma:contentTypeDescription="" ma:contentTypeScope="" ma:versionID="3eb9c1449a0c367d87326fcd674072c1">
  <xsd:schema xmlns:xsd="http://www.w3.org/2001/XMLSchema" xmlns:xs="http://www.w3.org/2001/XMLSchema" xmlns:p="http://schemas.microsoft.com/office/2006/metadata/properties" xmlns:ns2="C93B7ADD-9709-4BF6-B763-96F254727F6C" xmlns:ns4="c93b7add-9709-4bf6-b763-96f254727f6c" xmlns:ns5="http://schemas.microsoft.com/sharepoint/v3/fields" xmlns:ns6="ffb9abc9-8c49-474a-b8d5-bdc06e9ec9a2" targetNamespace="http://schemas.microsoft.com/office/2006/metadata/properties" ma:root="true" ma:fieldsID="9d344f19addb9b0a8dffe9dddec4e923" ns2:_="" ns4:_="" ns5:_="" ns6:_="">
    <xsd:import namespace="C93B7ADD-9709-4BF6-B763-96F254727F6C"/>
    <xsd:import namespace="c93b7add-9709-4bf6-b763-96f254727f6c"/>
    <xsd:import namespace="http://schemas.microsoft.com/sharepoint/v3/fields"/>
    <xsd:import namespace="ffb9abc9-8c49-474a-b8d5-bdc06e9ec9a2"/>
    <xsd:element name="properties">
      <xsd:complexType>
        <xsd:sequence>
          <xsd:element name="documentManagement">
            <xsd:complexType>
              <xsd:all>
                <xsd:element ref="ns2:Document_x005f_x0020_Champion" minOccurs="0"/>
                <xsd:element ref="ns2:Notes1" minOccurs="0"/>
                <xsd:element ref="ns4:TaxCatchAll" minOccurs="0"/>
                <xsd:element ref="ns4:TaxCatchAllLabel" minOccurs="0"/>
                <xsd:element ref="ns4:n330dedb03e34b2589c43ad463d07605" minOccurs="0"/>
                <xsd:element ref="ns5:Description" minOccurs="0"/>
                <xsd:element ref="ns4:obdad211ae7b400284dd94ad9a34a32d" minOccurs="0"/>
                <xsd:element ref="ns4:k3c04b898cb84412b61f4a5fa909f33a" minOccurs="0"/>
                <xsd:element ref="ns4:p4f8290b47e843c5a899e891616f49ab" minOccurs="0"/>
                <xsd:element ref="ns4:g70981765b9848389334e828d5ffd3ee" minOccurs="0"/>
                <xsd:element ref="ns4:i7e3a726937945c0b55fd8a84d1eb519" minOccurs="0"/>
                <xsd:element ref="ns4:f1334376777a4fe79e5e9508c349bf3e" minOccurs="0"/>
                <xsd:element ref="ns6:l54a256c0c3345278c38030f865ea850" minOccurs="0"/>
                <xsd:element ref="ns6:f6bbb64cce2142a9be3972dedfc49d09" minOccurs="0"/>
                <xsd:element ref="ns6:d550cdcf47da45a49a410f8f6b7b2e08" minOccurs="0"/>
                <xsd:element ref="ns6:le810d0f6f6242b486cf32bd938c51ea" minOccurs="0"/>
                <xsd:element ref="ns6:g5b27afc9017479f8a298f71a7b9d1ce" minOccurs="0"/>
                <xsd:element ref="ns6:pfd70da4a55340c2aa6f54f9a8f1ac99" minOccurs="0"/>
                <xsd:element ref="ns6:b774691e17904fd29865b4a3a167f6f7" minOccurs="0"/>
                <xsd:element ref="ns6:ia0e769a780b4d4ebf0f9d29ba16b063" minOccurs="0"/>
                <xsd:element ref="ns6:MediaServiceMetadata" minOccurs="0"/>
                <xsd:element ref="ns6:MediaServiceFastMetadata" minOccurs="0"/>
                <xsd:element ref="ns6:MediaServiceDateTaken" minOccurs="0"/>
                <xsd:element ref="ns6:MediaServiceAutoKeyPoints" minOccurs="0"/>
                <xsd:element ref="ns6:MediaServiceKeyPoints" minOccurs="0"/>
                <xsd:element ref="ns4:SharedWithUsers" minOccurs="0"/>
                <xsd:element ref="ns4: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3B7ADD-9709-4BF6-B763-96F254727F6C" elementFormDefault="qualified">
    <xsd:import namespace="http://schemas.microsoft.com/office/2006/documentManagement/types"/>
    <xsd:import namespace="http://schemas.microsoft.com/office/infopath/2007/PartnerControls"/>
    <xsd:element name="Document_x005f_x0020_Champion" ma:index="2" nillable="true" ma:displayName="Document Champion" ma:list="UserInfo" ma:SharePointGroup="0" ma:internalName="Document_x0020_Champion"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Notes1" ma:index="6" nillable="true" ma:displayName="Notes" ma:internalName="Notes1"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3b7add-9709-4bf6-b763-96f254727f6c"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27b152c7-13fc-4252-b57b-212c175ae1ea}" ma:internalName="TaxCatchAll" ma:showField="CatchAllData" ma:web="c93b7add-9709-4bf6-b763-96f254727f6c">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27b152c7-13fc-4252-b57b-212c175ae1ea}" ma:internalName="TaxCatchAllLabel" ma:readOnly="true" ma:showField="CatchAllDataLabel" ma:web="c93b7add-9709-4bf6-b763-96f254727f6c">
      <xsd:complexType>
        <xsd:complexContent>
          <xsd:extension base="dms:MultiChoiceLookup">
            <xsd:sequence>
              <xsd:element name="Value" type="dms:Lookup" maxOccurs="unbounded" minOccurs="0" nillable="true"/>
            </xsd:sequence>
          </xsd:extension>
        </xsd:complexContent>
      </xsd:complexType>
    </xsd:element>
    <xsd:element name="n330dedb03e34b2589c43ad463d07605" ma:index="13" nillable="true" ma:taxonomy="true" ma:internalName="n330dedb03e34b2589c43ad463d07605" ma:taxonomyFieldName="CAFunctionalGroup" ma:displayName="Functional Group" ma:readOnly="false" ma:default="" ma:fieldId="{7330dedb-03e3-4b25-89c4-3ad463d07605}" ma:sspId="75f3bec0-dff0-44ea-b4c0-494f6bf37501" ma:termSetId="0b00c03d-7e06-4b91-a393-d5e1fab4c228" ma:anchorId="00000000-0000-0000-0000-000000000000" ma:open="false" ma:isKeyword="false">
      <xsd:complexType>
        <xsd:sequence>
          <xsd:element ref="pc:Terms" minOccurs="0" maxOccurs="1"/>
        </xsd:sequence>
      </xsd:complexType>
    </xsd:element>
    <xsd:element name="obdad211ae7b400284dd94ad9a34a32d" ma:index="15" nillable="true" ma:taxonomy="true" ma:internalName="obdad211ae7b400284dd94ad9a34a32d" ma:taxonomyFieldName="CADocumentType" ma:displayName="Document Type" ma:readOnly="false" ma:default="" ma:fieldId="{8bdad211-ae7b-4002-84dd-94ad9a34a32d}" ma:sspId="75f3bec0-dff0-44ea-b4c0-494f6bf37501" ma:termSetId="cb9fdaaa-9dbf-4abd-af21-a441222adf64" ma:anchorId="00000000-0000-0000-0000-000000000000" ma:open="false" ma:isKeyword="false">
      <xsd:complexType>
        <xsd:sequence>
          <xsd:element ref="pc:Terms" minOccurs="0" maxOccurs="1"/>
        </xsd:sequence>
      </xsd:complexType>
    </xsd:element>
    <xsd:element name="k3c04b898cb84412b61f4a5fa909f33a" ma:index="17" nillable="true" ma:taxonomy="true" ma:internalName="k3c04b898cb84412b61f4a5fa909f33a" ma:taxonomyFieldName="Geographies" ma:displayName="Geography" ma:readOnly="false" ma:default="" ma:fieldId="{43c04b89-8cb8-4412-b61f-4a5fa909f33a}" ma:taxonomyMulti="true" ma:sspId="75f3bec0-dff0-44ea-b4c0-494f6bf37501" ma:termSetId="51863974-f163-47ec-acd7-c80c086ab7ae" ma:anchorId="00000000-0000-0000-0000-000000000000" ma:open="false" ma:isKeyword="false">
      <xsd:complexType>
        <xsd:sequence>
          <xsd:element ref="pc:Terms" minOccurs="0" maxOccurs="1"/>
        </xsd:sequence>
      </xsd:complexType>
    </xsd:element>
    <xsd:element name="p4f8290b47e843c5a899e891616f49ab" ma:index="19" nillable="true" ma:taxonomy="true" ma:internalName="p4f8290b47e843c5a899e891616f49ab" ma:taxonomyFieldName="CABusinessUnit" ma:displayName="Business Unit" ma:readOnly="false" ma:default="" ma:fieldId="{94f8290b-47e8-43c5-a899-e891616f49ab}" ma:taxonomyMulti="true" ma:sspId="75f3bec0-dff0-44ea-b4c0-494f6bf37501" ma:termSetId="7717ddd5-f419-4d2f-b71a-5b499f7e05c6" ma:anchorId="00000000-0000-0000-0000-000000000000" ma:open="false" ma:isKeyword="false">
      <xsd:complexType>
        <xsd:sequence>
          <xsd:element ref="pc:Terms" minOccurs="0" maxOccurs="1"/>
        </xsd:sequence>
      </xsd:complexType>
    </xsd:element>
    <xsd:element name="g70981765b9848389334e828d5ffd3ee" ma:index="21" nillable="true" ma:taxonomy="true" ma:internalName="g70981765b9848389334e828d5ffd3ee" ma:taxonomyFieldName="Indications" ma:displayName="Indications" ma:readOnly="false" ma:default="" ma:fieldId="{07098176-5b98-4838-9334-e828d5ffd3ee}" ma:taxonomyMulti="true" ma:sspId="75f3bec0-dff0-44ea-b4c0-494f6bf37501" ma:termSetId="bf2d3431-3e5b-4221-aa53-cec1ddb1ca5e" ma:anchorId="00000000-0000-0000-0000-000000000000" ma:open="false" ma:isKeyword="false">
      <xsd:complexType>
        <xsd:sequence>
          <xsd:element ref="pc:Terms" minOccurs="0" maxOccurs="1"/>
        </xsd:sequence>
      </xsd:complexType>
    </xsd:element>
    <xsd:element name="i7e3a726937945c0b55fd8a84d1eb519" ma:index="23" nillable="true" ma:taxonomy="true" ma:internalName="i7e3a726937945c0b55fd8a84d1eb519" ma:taxonomyFieldName="Brands" ma:displayName="Brand" ma:readOnly="false" ma:default="" ma:fieldId="{27e3a726-9379-45c0-b55f-d8a84d1eb519}" ma:taxonomyMulti="true" ma:sspId="75f3bec0-dff0-44ea-b4c0-494f6bf37501" ma:termSetId="197ea435-a5c4-4b29-b659-ab3b4d9908a3" ma:anchorId="00000000-0000-0000-0000-000000000000" ma:open="false" ma:isKeyword="false">
      <xsd:complexType>
        <xsd:sequence>
          <xsd:element ref="pc:Terms" minOccurs="0" maxOccurs="1"/>
        </xsd:sequence>
      </xsd:complexType>
    </xsd:element>
    <xsd:element name="f1334376777a4fe79e5e9508c349bf3e" ma:index="25" nillable="true" ma:taxonomy="true" ma:internalName="f1334376777a4fe79e5e9508c349bf3e" ma:taxonomyFieldName="CAPageType" ma:displayName="Content Type" ma:readOnly="false" ma:default="" ma:fieldId="{f1334376-777a-4fe7-9e5e-9508c349bf3e}" ma:sspId="75f3bec0-dff0-44ea-b4c0-494f6bf37501" ma:termSetId="07133748-e45c-425f-921a-40063d783a75" ma:anchorId="00000000-0000-0000-0000-000000000000" ma:open="false" ma:isKeyword="false">
      <xsd:complexType>
        <xsd:sequence>
          <xsd:element ref="pc:Terms" minOccurs="0" maxOccurs="1"/>
        </xsd:sequence>
      </xsd:complexType>
    </xsd:element>
    <xsd:element name="SharedWithUsers" ma:index="47"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8" nillable="true" ma:displayName="共有相手の詳細情報"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Description" ma:index="14" nillable="true" ma:displayName="Description" ma:internalName="Description"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fb9abc9-8c49-474a-b8d5-bdc06e9ec9a2" elementFormDefault="qualified">
    <xsd:import namespace="http://schemas.microsoft.com/office/2006/documentManagement/types"/>
    <xsd:import namespace="http://schemas.microsoft.com/office/infopath/2007/PartnerControls"/>
    <xsd:element name="l54a256c0c3345278c38030f865ea850" ma:index="27" nillable="true" ma:taxonomy="true" ma:internalName="l54a256c0c3345278c38030f865ea850" ma:taxonomyFieldName="Document_x0020_Type" ma:displayName="Document Purpose/Type" ma:readOnly="false" ma:default="" ma:fieldId="{554a256c-0c33-4527-8c38-030f865ea850}" ma:sspId="75f3bec0-dff0-44ea-b4c0-494f6bf37501" ma:termSetId="af89588d-1b5f-4236-a73d-478a3e7d58ef" ma:anchorId="00000000-0000-0000-0000-000000000000" ma:open="false" ma:isKeyword="false">
      <xsd:complexType>
        <xsd:sequence>
          <xsd:element ref="pc:Terms" minOccurs="0" maxOccurs="1"/>
        </xsd:sequence>
      </xsd:complexType>
    </xsd:element>
    <xsd:element name="f6bbb64cce2142a9be3972dedfc49d09" ma:index="29" nillable="true" ma:taxonomy="true" ma:internalName="f6bbb64cce2142a9be3972dedfc49d09" ma:taxonomyFieldName="Functional_x0020_Area" ma:displayName="Functional Area" ma:readOnly="false" ma:default="" ma:fieldId="{f6bbb64c-ce21-42a9-be39-72dedfc49d09}" ma:sspId="75f3bec0-dff0-44ea-b4c0-494f6bf37501" ma:termSetId="657e3656-74bf-4d2c-9a41-cb636aed381f" ma:anchorId="00000000-0000-0000-0000-000000000000" ma:open="false" ma:isKeyword="false">
      <xsd:complexType>
        <xsd:sequence>
          <xsd:element ref="pc:Terms" minOccurs="0" maxOccurs="1"/>
        </xsd:sequence>
      </xsd:complexType>
    </xsd:element>
    <xsd:element name="d550cdcf47da45a49a410f8f6b7b2e08" ma:index="30" nillable="true" ma:taxonomy="true" ma:internalName="d550cdcf47da45a49a410f8f6b7b2e08" ma:taxonomyFieldName="Market" ma:displayName="Market" ma:readOnly="false" ma:default="" ma:fieldId="{d550cdcf-47da-45a4-9a41-0f8f6b7b2e08}" ma:sspId="75f3bec0-dff0-44ea-b4c0-494f6bf37501" ma:termSetId="ae22d045-4ba3-468e-a376-eb89c11876a3" ma:anchorId="00000000-0000-0000-0000-000000000000" ma:open="false" ma:isKeyword="false">
      <xsd:complexType>
        <xsd:sequence>
          <xsd:element ref="pc:Terms" minOccurs="0" maxOccurs="1"/>
        </xsd:sequence>
      </xsd:complexType>
    </xsd:element>
    <xsd:element name="le810d0f6f6242b486cf32bd938c51ea" ma:index="31" nillable="true" ma:taxonomy="true" ma:internalName="le810d0f6f6242b486cf32bd938c51ea" ma:taxonomyFieldName="Product_x002f__x0020_Brand" ma:displayName="Product/ Brand" ma:readOnly="false" ma:default="" ma:fieldId="{5e810d0f-6f62-42b4-86cf-32bd938c51ea}" ma:taxonomyMulti="true" ma:sspId="75f3bec0-dff0-44ea-b4c0-494f6bf37501" ma:termSetId="1499343f-d07f-4c5b-ae63-20971c76be98" ma:anchorId="00000000-0000-0000-0000-000000000000" ma:open="false" ma:isKeyword="false">
      <xsd:complexType>
        <xsd:sequence>
          <xsd:element ref="pc:Terms" minOccurs="0" maxOccurs="1"/>
        </xsd:sequence>
      </xsd:complexType>
    </xsd:element>
    <xsd:element name="g5b27afc9017479f8a298f71a7b9d1ce" ma:index="33" nillable="true" ma:taxonomy="true" ma:internalName="g5b27afc9017479f8a298f71a7b9d1ce" ma:taxonomyFieldName="Therapeutic_x0020_Area" ma:displayName="Therapeutic Area" ma:readOnly="false" ma:default="" ma:fieldId="{05b27afc-9017-479f-8a29-8f71a7b9d1ce}" ma:sspId="75f3bec0-dff0-44ea-b4c0-494f6bf37501" ma:termSetId="0d4caf05-2a01-46c4-b432-8ef23550d5fd" ma:anchorId="00000000-0000-0000-0000-000000000000" ma:open="false" ma:isKeyword="false">
      <xsd:complexType>
        <xsd:sequence>
          <xsd:element ref="pc:Terms" minOccurs="0" maxOccurs="1"/>
        </xsd:sequence>
      </xsd:complexType>
    </xsd:element>
    <xsd:element name="pfd70da4a55340c2aa6f54f9a8f1ac99" ma:index="34" nillable="true" ma:taxonomy="true" ma:internalName="pfd70da4a55340c2aa6f54f9a8f1ac99" ma:taxonomyFieldName="CA_x002d_Business_x002d_Units" ma:displayName="Business Units" ma:readOnly="false" ma:default="" ma:fieldId="{9fd70da4-a553-40c2-aa6f-54f9a8f1ac99}" ma:sspId="75f3bec0-dff0-44ea-b4c0-494f6bf37501" ma:termSetId="b79727f0-5b06-4aa8-bbe2-c975a46f68e0" ma:anchorId="00000000-0000-0000-0000-000000000000" ma:open="false" ma:isKeyword="false">
      <xsd:complexType>
        <xsd:sequence>
          <xsd:element ref="pc:Terms" minOccurs="0" maxOccurs="1"/>
        </xsd:sequence>
      </xsd:complexType>
    </xsd:element>
    <xsd:element name="b774691e17904fd29865b4a3a167f6f7" ma:index="35" nillable="true" ma:displayName="Access_x0020_Type_0" ma:hidden="true" ma:internalName="b774691e17904fd29865b4a3a167f6f7">
      <xsd:simpleType>
        <xsd:restriction base="dms:Note"/>
      </xsd:simpleType>
    </xsd:element>
    <xsd:element name="ia0e769a780b4d4ebf0f9d29ba16b063" ma:index="36" nillable="true" ma:displayName="Indication_1" ma:hidden="true" ma:internalName="ia0e769a780b4d4ebf0f9d29ba16b063">
      <xsd:simpleType>
        <xsd:restriction base="dms:Note"/>
      </xsd:simpleType>
    </xsd:element>
    <xsd:element name="MediaServiceMetadata" ma:index="42" nillable="true" ma:displayName="MediaServiceMetadata" ma:hidden="true" ma:internalName="MediaServiceMetadata" ma:readOnly="true">
      <xsd:simpleType>
        <xsd:restriction base="dms:Note"/>
      </xsd:simpleType>
    </xsd:element>
    <xsd:element name="MediaServiceFastMetadata" ma:index="43" nillable="true" ma:displayName="MediaServiceFastMetadata" ma:hidden="true" ma:internalName="MediaServiceFastMetadata" ma:readOnly="true">
      <xsd:simpleType>
        <xsd:restriction base="dms:Note"/>
      </xsd:simpleType>
    </xsd:element>
    <xsd:element name="MediaServiceDateTaken" ma:index="44" nillable="true" ma:displayName="MediaServiceDateTaken" ma:hidden="true" ma:internalName="MediaServiceDateTaken" ma:readOnly="true">
      <xsd:simpleType>
        <xsd:restriction base="dms:Text"/>
      </xsd:simpleType>
    </xsd:element>
    <xsd:element name="MediaServiceAutoKeyPoints" ma:index="45" nillable="true" ma:displayName="MediaServiceAutoKeyPoints" ma:hidden="true" ma:internalName="MediaServiceAutoKeyPoints" ma:readOnly="true">
      <xsd:simpleType>
        <xsd:restriction base="dms:Note"/>
      </xsd:simpleType>
    </xsd:element>
    <xsd:element name="MediaServiceKeyPoints" ma:index="4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1" ma:displayName="コンテンツ タイプ"/>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54a256c0c3345278c38030f865ea850 xmlns="ffb9abc9-8c49-474a-b8d5-bdc06e9ec9a2">
      <Terms xmlns="http://schemas.microsoft.com/office/infopath/2007/PartnerControls"/>
    </l54a256c0c3345278c38030f865ea850>
    <g70981765b9848389334e828d5ffd3ee xmlns="c93b7add-9709-4bf6-b763-96f254727f6c">
      <Terms xmlns="http://schemas.microsoft.com/office/infopath/2007/PartnerControls"/>
    </g70981765b9848389334e828d5ffd3ee>
    <ia0e769a780b4d4ebf0f9d29ba16b063 xmlns="ffb9abc9-8c49-474a-b8d5-bdc06e9ec9a2" xsi:nil="true"/>
    <Document_x005f_x0020_Champion xmlns="C93B7ADD-9709-4BF6-B763-96F254727F6C">
      <UserInfo>
        <DisplayName/>
        <AccountId xsi:nil="true"/>
        <AccountType/>
      </UserInfo>
    </Document_x005f_x0020_Champion>
    <i7e3a726937945c0b55fd8a84d1eb519 xmlns="c93b7add-9709-4bf6-b763-96f254727f6c">
      <Terms xmlns="http://schemas.microsoft.com/office/infopath/2007/PartnerControls"/>
    </i7e3a726937945c0b55fd8a84d1eb519>
    <p4f8290b47e843c5a899e891616f49ab xmlns="c93b7add-9709-4bf6-b763-96f254727f6c">
      <Terms xmlns="http://schemas.microsoft.com/office/infopath/2007/PartnerControls"/>
    </p4f8290b47e843c5a899e891616f49ab>
    <Description xmlns="http://schemas.microsoft.com/sharepoint/v3/fields" xsi:nil="true"/>
    <obdad211ae7b400284dd94ad9a34a32d xmlns="c93b7add-9709-4bf6-b763-96f254727f6c">
      <Terms xmlns="http://schemas.microsoft.com/office/infopath/2007/PartnerControls"/>
    </obdad211ae7b400284dd94ad9a34a32d>
    <k3c04b898cb84412b61f4a5fa909f33a xmlns="c93b7add-9709-4bf6-b763-96f254727f6c">
      <Terms xmlns="http://schemas.microsoft.com/office/infopath/2007/PartnerControls"/>
    </k3c04b898cb84412b61f4a5fa909f33a>
    <f6bbb64cce2142a9be3972dedfc49d09 xmlns="ffb9abc9-8c49-474a-b8d5-bdc06e9ec9a2">
      <Terms xmlns="http://schemas.microsoft.com/office/infopath/2007/PartnerControls"/>
    </f6bbb64cce2142a9be3972dedfc49d09>
    <le810d0f6f6242b486cf32bd938c51ea xmlns="ffb9abc9-8c49-474a-b8d5-bdc06e9ec9a2">
      <Terms xmlns="http://schemas.microsoft.com/office/infopath/2007/PartnerControls"/>
    </le810d0f6f6242b486cf32bd938c51ea>
    <pfd70da4a55340c2aa6f54f9a8f1ac99 xmlns="ffb9abc9-8c49-474a-b8d5-bdc06e9ec9a2">
      <Terms xmlns="http://schemas.microsoft.com/office/infopath/2007/PartnerControls"/>
    </pfd70da4a55340c2aa6f54f9a8f1ac99>
    <n330dedb03e34b2589c43ad463d07605 xmlns="c93b7add-9709-4bf6-b763-96f254727f6c">
      <Terms xmlns="http://schemas.microsoft.com/office/infopath/2007/PartnerControls"/>
    </n330dedb03e34b2589c43ad463d07605>
    <Notes1 xmlns="C93B7ADD-9709-4BF6-B763-96F254727F6C" xsi:nil="true"/>
    <d550cdcf47da45a49a410f8f6b7b2e08 xmlns="ffb9abc9-8c49-474a-b8d5-bdc06e9ec9a2">
      <Terms xmlns="http://schemas.microsoft.com/office/infopath/2007/PartnerControls"/>
    </d550cdcf47da45a49a410f8f6b7b2e08>
    <f1334376777a4fe79e5e9508c349bf3e xmlns="c93b7add-9709-4bf6-b763-96f254727f6c">
      <Terms xmlns="http://schemas.microsoft.com/office/infopath/2007/PartnerControls"/>
    </f1334376777a4fe79e5e9508c349bf3e>
    <b774691e17904fd29865b4a3a167f6f7 xmlns="ffb9abc9-8c49-474a-b8d5-bdc06e9ec9a2" xsi:nil="true"/>
    <TaxCatchAll xmlns="c93b7add-9709-4bf6-b763-96f254727f6c"/>
    <g5b27afc9017479f8a298f71a7b9d1ce xmlns="ffb9abc9-8c49-474a-b8d5-bdc06e9ec9a2">
      <Terms xmlns="http://schemas.microsoft.com/office/infopath/2007/PartnerControls"/>
    </g5b27afc9017479f8a298f71a7b9d1ce>
  </documentManagement>
</p:properties>
</file>

<file path=customXml/itemProps1.xml><?xml version="1.0" encoding="utf-8"?>
<ds:datastoreItem xmlns:ds="http://schemas.openxmlformats.org/officeDocument/2006/customXml" ds:itemID="{9E828792-5473-46C0-8E7A-8F7338C5CC3A}">
  <ds:schemaRefs>
    <ds:schemaRef ds:uri="http://schemas.microsoft.com/sharepoint/v3/contenttype/forms"/>
  </ds:schemaRefs>
</ds:datastoreItem>
</file>

<file path=customXml/itemProps2.xml><?xml version="1.0" encoding="utf-8"?>
<ds:datastoreItem xmlns:ds="http://schemas.openxmlformats.org/officeDocument/2006/customXml" ds:itemID="{20B8AB0F-D2DE-40E9-8FC6-D3D857D41F52}"/>
</file>

<file path=customXml/itemProps3.xml><?xml version="1.0" encoding="utf-8"?>
<ds:datastoreItem xmlns:ds="http://schemas.openxmlformats.org/officeDocument/2006/customXml" ds:itemID="{118A3C5B-0C28-461C-B97E-9D72B3013C6D}">
  <ds:schemaRefs>
    <ds:schemaRef ds:uri="1b0785c3-78a3-4497-959d-d4a35a54ca94"/>
    <ds:schemaRef ds:uri="http://purl.org/dc/elements/1.1/"/>
    <ds:schemaRef ds:uri="http://schemas.microsoft.com/office/2006/metadata/properties"/>
    <ds:schemaRef ds:uri="http://purl.org/dc/terms/"/>
    <ds:schemaRef ds:uri="http://schemas.microsoft.com/office/2006/documentManagement/types"/>
    <ds:schemaRef ds:uri="http://schemas.microsoft.com/office/infopath/2007/PartnerControls"/>
    <ds:schemaRef ds:uri="http://purl.org/dc/dcmitype/"/>
    <ds:schemaRef ds:uri="ac84b1ef-9e25-4b22-8c16-b01470dd30d6"/>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327</TotalTime>
  <Words>895</Words>
  <Application>Microsoft Office PowerPoint</Application>
  <PresentationFormat>ワイド画面</PresentationFormat>
  <Paragraphs>130</Paragraphs>
  <Slides>11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Arial</vt:lpstr>
      <vt:lpstr>Trebuchet MS</vt:lpstr>
      <vt:lpstr>Tw Cen MT</vt:lpstr>
      <vt:lpstr>しずく</vt:lpstr>
      <vt:lpstr>PowerPoint プレゼンテーション</vt:lpstr>
      <vt:lpstr>Products promoted by ONC1/ONC2</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Description</dc:title>
  <dc:creator>Wang, Di K.</dc:creator>
  <cp:lastModifiedBy>Wang, Di K.</cp:lastModifiedBy>
  <cp:revision>57</cp:revision>
  <dcterms:created xsi:type="dcterms:W3CDTF">2020-07-16T13:55:29Z</dcterms:created>
  <dcterms:modified xsi:type="dcterms:W3CDTF">2020-07-28T04:25:34Z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0x010100F29EE3A8541FD84E839C1BF6BC27F486009480CDEB9BE0C74BA589BA65094B053F</vt:lpwstr>
  </property>
</Properties>
</file>